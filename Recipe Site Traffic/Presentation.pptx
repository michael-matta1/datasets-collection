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15" autoAdjust="0"/>
    <p:restoredTop sz="94660"/>
  </p:normalViewPr>
  <p:slideViewPr>
    <p:cSldViewPr snapToGrid="0">
      <p:cViewPr varScale="1">
        <p:scale>
          <a:sx n="86" d="100"/>
          <a:sy n="86" d="100"/>
        </p:scale>
        <p:origin x="34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C6413F6-9291-4174-A90D-B8D5128BB23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5E3EA8B-AB05-4E85-B1D0-DDC5408994B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Business Goal: Help the product team identify which recipes will generate high traffic when displayed on the homepage, to increase website traffic by up to 40% and drive subscriptions.</a:t>
          </a:r>
        </a:p>
      </dgm:t>
    </dgm:pt>
    <dgm:pt modelId="{A9C8330C-C14D-4C36-A384-B7E5599A5E41}" type="parTrans" cxnId="{F4D86218-FB85-4B44-AD55-1341DD2D9250}">
      <dgm:prSet/>
      <dgm:spPr/>
      <dgm:t>
        <a:bodyPr/>
        <a:lstStyle/>
        <a:p>
          <a:endParaRPr lang="en-US"/>
        </a:p>
      </dgm:t>
    </dgm:pt>
    <dgm:pt modelId="{46FFA829-E596-4D1C-8C73-CBD43A919583}" type="sibTrans" cxnId="{F4D86218-FB85-4B44-AD55-1341DD2D9250}">
      <dgm:prSet phldrT="1" phldr="0"/>
      <dgm:spPr/>
      <dgm:t>
        <a:bodyPr/>
        <a:lstStyle/>
        <a:p>
          <a:endParaRPr lang="en-US"/>
        </a:p>
      </dgm:t>
    </dgm:pt>
    <dgm:pt modelId="{6E0929FF-559F-45F1-AF54-6C16AF8D01B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Our Objective: Predict whether a recipe will have 'High' traffic. </a:t>
          </a:r>
        </a:p>
      </dgm:t>
    </dgm:pt>
    <dgm:pt modelId="{00EE33B9-5B2D-4ABA-A4B8-88563926479F}" type="parTrans" cxnId="{D136D9FD-2813-4C12-A850-6BB77A4BA1F5}">
      <dgm:prSet/>
      <dgm:spPr/>
      <dgm:t>
        <a:bodyPr/>
        <a:lstStyle/>
        <a:p>
          <a:endParaRPr lang="en-US"/>
        </a:p>
      </dgm:t>
    </dgm:pt>
    <dgm:pt modelId="{37A5DE3E-08FA-4CC9-9E53-ECC42ED4CE57}" type="sibTrans" cxnId="{D136D9FD-2813-4C12-A850-6BB77A4BA1F5}">
      <dgm:prSet phldrT="2" phldr="0"/>
      <dgm:spPr/>
      <dgm:t>
        <a:bodyPr/>
        <a:lstStyle/>
        <a:p>
          <a:endParaRPr lang="en-US"/>
        </a:p>
      </dgm:t>
    </dgm:pt>
    <dgm:pt modelId="{D1CB13D7-1CD2-4553-BE26-65F172BAE41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Ask: Correctly predict high-traffic recipes 80% of the time. This is our key business metric.</a:t>
          </a:r>
        </a:p>
      </dgm:t>
    </dgm:pt>
    <dgm:pt modelId="{7B9874CE-B4A9-4AB9-B4B2-943ED1900275}" type="parTrans" cxnId="{19C73E9E-AE3B-4BD9-BF76-C3606255D9BE}">
      <dgm:prSet/>
      <dgm:spPr/>
      <dgm:t>
        <a:bodyPr/>
        <a:lstStyle/>
        <a:p>
          <a:endParaRPr lang="en-US"/>
        </a:p>
      </dgm:t>
    </dgm:pt>
    <dgm:pt modelId="{7D663C87-E998-4BAB-AF39-E0C973547E9D}" type="sibTrans" cxnId="{19C73E9E-AE3B-4BD9-BF76-C3606255D9BE}">
      <dgm:prSet phldrT="3" phldr="0"/>
      <dgm:spPr/>
      <dgm:t>
        <a:bodyPr/>
        <a:lstStyle/>
        <a:p>
          <a:endParaRPr lang="en-US"/>
        </a:p>
      </dgm:t>
    </dgm:pt>
    <dgm:pt modelId="{14F5797A-E4CD-48A2-BBB4-2342F84E952C}" type="pres">
      <dgm:prSet presAssocID="{FC6413F6-9291-4174-A90D-B8D5128BB23F}" presName="root" presStyleCnt="0">
        <dgm:presLayoutVars>
          <dgm:dir/>
          <dgm:resizeHandles val="exact"/>
        </dgm:presLayoutVars>
      </dgm:prSet>
      <dgm:spPr/>
    </dgm:pt>
    <dgm:pt modelId="{2BE5C7B9-AE36-42A3-8D64-702AA5C99CAC}" type="pres">
      <dgm:prSet presAssocID="{E5E3EA8B-AB05-4E85-B1D0-DDC5408994B9}" presName="compNode" presStyleCnt="0"/>
      <dgm:spPr/>
    </dgm:pt>
    <dgm:pt modelId="{26D178F5-54EF-47E9-B5F9-3E88D9737E64}" type="pres">
      <dgm:prSet presAssocID="{E5E3EA8B-AB05-4E85-B1D0-DDC5408994B9}" presName="bgRect" presStyleLbl="bgShp" presStyleIdx="0" presStyleCnt="3"/>
      <dgm:spPr/>
    </dgm:pt>
    <dgm:pt modelId="{C1439AE6-A80D-4FF2-AD76-20BBBE58A8FE}" type="pres">
      <dgm:prSet presAssocID="{E5E3EA8B-AB05-4E85-B1D0-DDC5408994B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799E233A-FF5B-4396-A073-F8E4A2FE9E53}" type="pres">
      <dgm:prSet presAssocID="{E5E3EA8B-AB05-4E85-B1D0-DDC5408994B9}" presName="spaceRect" presStyleCnt="0"/>
      <dgm:spPr/>
    </dgm:pt>
    <dgm:pt modelId="{DA911E54-730C-4201-803A-1AB254885221}" type="pres">
      <dgm:prSet presAssocID="{E5E3EA8B-AB05-4E85-B1D0-DDC5408994B9}" presName="parTx" presStyleLbl="revTx" presStyleIdx="0" presStyleCnt="3">
        <dgm:presLayoutVars>
          <dgm:chMax val="0"/>
          <dgm:chPref val="0"/>
        </dgm:presLayoutVars>
      </dgm:prSet>
      <dgm:spPr/>
    </dgm:pt>
    <dgm:pt modelId="{832D1B8B-A315-406F-AB0D-63318021E969}" type="pres">
      <dgm:prSet presAssocID="{46FFA829-E596-4D1C-8C73-CBD43A919583}" presName="sibTrans" presStyleCnt="0"/>
      <dgm:spPr/>
    </dgm:pt>
    <dgm:pt modelId="{8441D66C-E798-45EC-BA7F-A3F8D6BF2CC7}" type="pres">
      <dgm:prSet presAssocID="{6E0929FF-559F-45F1-AF54-6C16AF8D01BB}" presName="compNode" presStyleCnt="0"/>
      <dgm:spPr/>
    </dgm:pt>
    <dgm:pt modelId="{DDE7EE4F-1A07-4634-9CE3-EFA29C821AE2}" type="pres">
      <dgm:prSet presAssocID="{6E0929FF-559F-45F1-AF54-6C16AF8D01BB}" presName="bgRect" presStyleLbl="bgShp" presStyleIdx="1" presStyleCnt="3"/>
      <dgm:spPr/>
    </dgm:pt>
    <dgm:pt modelId="{07F4F3CE-1CDB-4F1E-8D7A-40237B54E0F4}" type="pres">
      <dgm:prSet presAssocID="{6E0929FF-559F-45F1-AF54-6C16AF8D01B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f"/>
        </a:ext>
      </dgm:extLst>
    </dgm:pt>
    <dgm:pt modelId="{74E8C30C-34C1-4E51-8441-8AA68906E511}" type="pres">
      <dgm:prSet presAssocID="{6E0929FF-559F-45F1-AF54-6C16AF8D01BB}" presName="spaceRect" presStyleCnt="0"/>
      <dgm:spPr/>
    </dgm:pt>
    <dgm:pt modelId="{6403D21A-21BA-4596-84C4-2FB21ED07641}" type="pres">
      <dgm:prSet presAssocID="{6E0929FF-559F-45F1-AF54-6C16AF8D01BB}" presName="parTx" presStyleLbl="revTx" presStyleIdx="1" presStyleCnt="3">
        <dgm:presLayoutVars>
          <dgm:chMax val="0"/>
          <dgm:chPref val="0"/>
        </dgm:presLayoutVars>
      </dgm:prSet>
      <dgm:spPr/>
    </dgm:pt>
    <dgm:pt modelId="{05CB9F37-E694-43CF-98D4-C9CD35220159}" type="pres">
      <dgm:prSet presAssocID="{37A5DE3E-08FA-4CC9-9E53-ECC42ED4CE57}" presName="sibTrans" presStyleCnt="0"/>
      <dgm:spPr/>
    </dgm:pt>
    <dgm:pt modelId="{306DB47A-EEA5-47C7-AF20-19A74402D32D}" type="pres">
      <dgm:prSet presAssocID="{D1CB13D7-1CD2-4553-BE26-65F172BAE415}" presName="compNode" presStyleCnt="0"/>
      <dgm:spPr/>
    </dgm:pt>
    <dgm:pt modelId="{E7C8D24E-4344-405F-B068-C6CA69BD9C63}" type="pres">
      <dgm:prSet presAssocID="{D1CB13D7-1CD2-4553-BE26-65F172BAE415}" presName="bgRect" presStyleLbl="bgShp" presStyleIdx="2" presStyleCnt="3"/>
      <dgm:spPr/>
    </dgm:pt>
    <dgm:pt modelId="{95F810B2-AE80-4361-AF90-A84BC6DC962E}" type="pres">
      <dgm:prSet presAssocID="{D1CB13D7-1CD2-4553-BE26-65F172BAE41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80C9EFE3-C923-4CC4-BCF9-C9E95789443E}" type="pres">
      <dgm:prSet presAssocID="{D1CB13D7-1CD2-4553-BE26-65F172BAE415}" presName="spaceRect" presStyleCnt="0"/>
      <dgm:spPr/>
    </dgm:pt>
    <dgm:pt modelId="{C05C473B-7A06-4D18-8838-FB311643014A}" type="pres">
      <dgm:prSet presAssocID="{D1CB13D7-1CD2-4553-BE26-65F172BAE41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4D86218-FB85-4B44-AD55-1341DD2D9250}" srcId="{FC6413F6-9291-4174-A90D-B8D5128BB23F}" destId="{E5E3EA8B-AB05-4E85-B1D0-DDC5408994B9}" srcOrd="0" destOrd="0" parTransId="{A9C8330C-C14D-4C36-A384-B7E5599A5E41}" sibTransId="{46FFA829-E596-4D1C-8C73-CBD43A919583}"/>
    <dgm:cxn modelId="{3B9BBB24-A446-4A5F-BAFA-E45807AE4E9D}" type="presOf" srcId="{E5E3EA8B-AB05-4E85-B1D0-DDC5408994B9}" destId="{DA911E54-730C-4201-803A-1AB254885221}" srcOrd="0" destOrd="0" presId="urn:microsoft.com/office/officeart/2018/2/layout/IconVerticalSolidList"/>
    <dgm:cxn modelId="{A07A9C89-F021-4118-ACB7-AA1C96D63422}" type="presOf" srcId="{FC6413F6-9291-4174-A90D-B8D5128BB23F}" destId="{14F5797A-E4CD-48A2-BBB4-2342F84E952C}" srcOrd="0" destOrd="0" presId="urn:microsoft.com/office/officeart/2018/2/layout/IconVerticalSolidList"/>
    <dgm:cxn modelId="{19C73E9E-AE3B-4BD9-BF76-C3606255D9BE}" srcId="{FC6413F6-9291-4174-A90D-B8D5128BB23F}" destId="{D1CB13D7-1CD2-4553-BE26-65F172BAE415}" srcOrd="2" destOrd="0" parTransId="{7B9874CE-B4A9-4AB9-B4B2-943ED1900275}" sibTransId="{7D663C87-E998-4BAB-AF39-E0C973547E9D}"/>
    <dgm:cxn modelId="{2DBBC29F-F27B-46B3-B346-185A7657C138}" type="presOf" srcId="{D1CB13D7-1CD2-4553-BE26-65F172BAE415}" destId="{C05C473B-7A06-4D18-8838-FB311643014A}" srcOrd="0" destOrd="0" presId="urn:microsoft.com/office/officeart/2018/2/layout/IconVerticalSolidList"/>
    <dgm:cxn modelId="{305241F8-C0AB-4A45-BB3B-3888F3F9AE0C}" type="presOf" srcId="{6E0929FF-559F-45F1-AF54-6C16AF8D01BB}" destId="{6403D21A-21BA-4596-84C4-2FB21ED07641}" srcOrd="0" destOrd="0" presId="urn:microsoft.com/office/officeart/2018/2/layout/IconVerticalSolidList"/>
    <dgm:cxn modelId="{D136D9FD-2813-4C12-A850-6BB77A4BA1F5}" srcId="{FC6413F6-9291-4174-A90D-B8D5128BB23F}" destId="{6E0929FF-559F-45F1-AF54-6C16AF8D01BB}" srcOrd="1" destOrd="0" parTransId="{00EE33B9-5B2D-4ABA-A4B8-88563926479F}" sibTransId="{37A5DE3E-08FA-4CC9-9E53-ECC42ED4CE57}"/>
    <dgm:cxn modelId="{0DFF14D1-2B91-4F75-814D-3DF70E040EBA}" type="presParOf" srcId="{14F5797A-E4CD-48A2-BBB4-2342F84E952C}" destId="{2BE5C7B9-AE36-42A3-8D64-702AA5C99CAC}" srcOrd="0" destOrd="0" presId="urn:microsoft.com/office/officeart/2018/2/layout/IconVerticalSolidList"/>
    <dgm:cxn modelId="{9AA25607-549E-4AFA-B75D-C61C67CAB0BE}" type="presParOf" srcId="{2BE5C7B9-AE36-42A3-8D64-702AA5C99CAC}" destId="{26D178F5-54EF-47E9-B5F9-3E88D9737E64}" srcOrd="0" destOrd="0" presId="urn:microsoft.com/office/officeart/2018/2/layout/IconVerticalSolidList"/>
    <dgm:cxn modelId="{716BE2A2-385A-4174-824D-54059754DF9C}" type="presParOf" srcId="{2BE5C7B9-AE36-42A3-8D64-702AA5C99CAC}" destId="{C1439AE6-A80D-4FF2-AD76-20BBBE58A8FE}" srcOrd="1" destOrd="0" presId="urn:microsoft.com/office/officeart/2018/2/layout/IconVerticalSolidList"/>
    <dgm:cxn modelId="{1BA75F74-9721-48C8-B525-F8D0EE625178}" type="presParOf" srcId="{2BE5C7B9-AE36-42A3-8D64-702AA5C99CAC}" destId="{799E233A-FF5B-4396-A073-F8E4A2FE9E53}" srcOrd="2" destOrd="0" presId="urn:microsoft.com/office/officeart/2018/2/layout/IconVerticalSolidList"/>
    <dgm:cxn modelId="{30F69DC1-7F0E-451D-91A1-E5E71F277AC0}" type="presParOf" srcId="{2BE5C7B9-AE36-42A3-8D64-702AA5C99CAC}" destId="{DA911E54-730C-4201-803A-1AB254885221}" srcOrd="3" destOrd="0" presId="urn:microsoft.com/office/officeart/2018/2/layout/IconVerticalSolidList"/>
    <dgm:cxn modelId="{800BCDC2-5E35-45FB-9E86-A021F80F9C7F}" type="presParOf" srcId="{14F5797A-E4CD-48A2-BBB4-2342F84E952C}" destId="{832D1B8B-A315-406F-AB0D-63318021E969}" srcOrd="1" destOrd="0" presId="urn:microsoft.com/office/officeart/2018/2/layout/IconVerticalSolidList"/>
    <dgm:cxn modelId="{867494E1-F5CA-404D-93B0-B5B9BEE9C394}" type="presParOf" srcId="{14F5797A-E4CD-48A2-BBB4-2342F84E952C}" destId="{8441D66C-E798-45EC-BA7F-A3F8D6BF2CC7}" srcOrd="2" destOrd="0" presId="urn:microsoft.com/office/officeart/2018/2/layout/IconVerticalSolidList"/>
    <dgm:cxn modelId="{20341B07-5DFB-48E4-BADA-63383D052DE7}" type="presParOf" srcId="{8441D66C-E798-45EC-BA7F-A3F8D6BF2CC7}" destId="{DDE7EE4F-1A07-4634-9CE3-EFA29C821AE2}" srcOrd="0" destOrd="0" presId="urn:microsoft.com/office/officeart/2018/2/layout/IconVerticalSolidList"/>
    <dgm:cxn modelId="{B43AE41B-82C7-41B3-BE98-E4E1CDD50166}" type="presParOf" srcId="{8441D66C-E798-45EC-BA7F-A3F8D6BF2CC7}" destId="{07F4F3CE-1CDB-4F1E-8D7A-40237B54E0F4}" srcOrd="1" destOrd="0" presId="urn:microsoft.com/office/officeart/2018/2/layout/IconVerticalSolidList"/>
    <dgm:cxn modelId="{CA949991-6B40-4C6A-BB49-8D5A18D2DCBA}" type="presParOf" srcId="{8441D66C-E798-45EC-BA7F-A3F8D6BF2CC7}" destId="{74E8C30C-34C1-4E51-8441-8AA68906E511}" srcOrd="2" destOrd="0" presId="urn:microsoft.com/office/officeart/2018/2/layout/IconVerticalSolidList"/>
    <dgm:cxn modelId="{82367646-757F-4C33-85BA-A0634C25F1B4}" type="presParOf" srcId="{8441D66C-E798-45EC-BA7F-A3F8D6BF2CC7}" destId="{6403D21A-21BA-4596-84C4-2FB21ED07641}" srcOrd="3" destOrd="0" presId="urn:microsoft.com/office/officeart/2018/2/layout/IconVerticalSolidList"/>
    <dgm:cxn modelId="{CD2813AE-0B26-40D8-B1B9-0430901CE4C7}" type="presParOf" srcId="{14F5797A-E4CD-48A2-BBB4-2342F84E952C}" destId="{05CB9F37-E694-43CF-98D4-C9CD35220159}" srcOrd="3" destOrd="0" presId="urn:microsoft.com/office/officeart/2018/2/layout/IconVerticalSolidList"/>
    <dgm:cxn modelId="{524BE53C-6781-489C-9293-1FB70E44F7D4}" type="presParOf" srcId="{14F5797A-E4CD-48A2-BBB4-2342F84E952C}" destId="{306DB47A-EEA5-47C7-AF20-19A74402D32D}" srcOrd="4" destOrd="0" presId="urn:microsoft.com/office/officeart/2018/2/layout/IconVerticalSolidList"/>
    <dgm:cxn modelId="{6B0BD5D2-7132-4A0B-A749-7BD60C753306}" type="presParOf" srcId="{306DB47A-EEA5-47C7-AF20-19A74402D32D}" destId="{E7C8D24E-4344-405F-B068-C6CA69BD9C63}" srcOrd="0" destOrd="0" presId="urn:microsoft.com/office/officeart/2018/2/layout/IconVerticalSolidList"/>
    <dgm:cxn modelId="{918A88A5-9112-4661-A058-D40D133CB946}" type="presParOf" srcId="{306DB47A-EEA5-47C7-AF20-19A74402D32D}" destId="{95F810B2-AE80-4361-AF90-A84BC6DC962E}" srcOrd="1" destOrd="0" presId="urn:microsoft.com/office/officeart/2018/2/layout/IconVerticalSolidList"/>
    <dgm:cxn modelId="{9C45CB2D-36D8-4B0F-ACC8-E54DDEBE4C4B}" type="presParOf" srcId="{306DB47A-EEA5-47C7-AF20-19A74402D32D}" destId="{80C9EFE3-C923-4CC4-BCF9-C9E95789443E}" srcOrd="2" destOrd="0" presId="urn:microsoft.com/office/officeart/2018/2/layout/IconVerticalSolidList"/>
    <dgm:cxn modelId="{5D4684EF-4497-4B68-9718-20693425135C}" type="presParOf" srcId="{306DB47A-EEA5-47C7-AF20-19A74402D32D}" destId="{C05C473B-7A06-4D18-8838-FB311643014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705D71F-5C86-4424-A59D-18DB33FD3B5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en-US"/>
        </a:p>
      </dgm:t>
    </dgm:pt>
    <dgm:pt modelId="{16BBC4F0-BFBB-4134-A996-09BFDB323B5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Our primary business metric is </a:t>
          </a:r>
          <a:r>
            <a:rPr lang="en-US" b="1" dirty="0"/>
            <a:t>Recall</a:t>
          </a:r>
          <a:r>
            <a:rPr lang="en-US" dirty="0"/>
            <a:t> for high-traffic recipes.</a:t>
          </a:r>
        </a:p>
      </dgm:t>
    </dgm:pt>
    <dgm:pt modelId="{3FEDBC0B-0EA7-4D56-98FD-7873E5F1B1FB}" type="parTrans" cxnId="{3587B7BD-1540-43D0-8060-7BB47F949C91}">
      <dgm:prSet/>
      <dgm:spPr/>
      <dgm:t>
        <a:bodyPr/>
        <a:lstStyle/>
        <a:p>
          <a:endParaRPr lang="en-US"/>
        </a:p>
      </dgm:t>
    </dgm:pt>
    <dgm:pt modelId="{783E86EF-5CA1-4FF5-AD23-06D93F1B7C5F}" type="sibTrans" cxnId="{3587B7BD-1540-43D0-8060-7BB47F949C91}">
      <dgm:prSet/>
      <dgm:spPr/>
      <dgm:t>
        <a:bodyPr/>
        <a:lstStyle/>
        <a:p>
          <a:endParaRPr lang="en-US"/>
        </a:p>
      </dgm:t>
    </dgm:pt>
    <dgm:pt modelId="{19BC7018-7DBB-4A5C-A8CD-31C07F4EFB6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This metric answers the question: 'Of all the high-traffic recipes, </a:t>
          </a:r>
          <a:r>
            <a:rPr lang="en-US" b="1" dirty="0"/>
            <a:t>what percentage did our model correctly identify</a:t>
          </a:r>
          <a:r>
            <a:rPr lang="en-US" dirty="0"/>
            <a:t>?'</a:t>
          </a:r>
        </a:p>
      </dgm:t>
    </dgm:pt>
    <dgm:pt modelId="{D84B1596-0E6D-469F-8F46-1E6CF05BE1DB}" type="parTrans" cxnId="{18EF196D-9F39-404C-B719-7A69250E31E2}">
      <dgm:prSet/>
      <dgm:spPr/>
      <dgm:t>
        <a:bodyPr/>
        <a:lstStyle/>
        <a:p>
          <a:endParaRPr lang="en-US"/>
        </a:p>
      </dgm:t>
    </dgm:pt>
    <dgm:pt modelId="{7E73EA0F-FAB5-4DE1-8AF4-E1712DE16A98}" type="sibTrans" cxnId="{18EF196D-9F39-404C-B719-7A69250E31E2}">
      <dgm:prSet/>
      <dgm:spPr/>
      <dgm:t>
        <a:bodyPr/>
        <a:lstStyle/>
        <a:p>
          <a:endParaRPr lang="en-US"/>
        </a:p>
      </dgm:t>
    </dgm:pt>
    <dgm:pt modelId="{0E481A4F-B518-4D12-8A8A-7CCCAFD5F0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business goal is to achieve a Recall of at least 80%.</a:t>
          </a:r>
        </a:p>
      </dgm:t>
    </dgm:pt>
    <dgm:pt modelId="{390BEEA4-A766-452A-B5E5-9841C19805B7}" type="parTrans" cxnId="{A72A1B59-F5FF-4E0A-BDDF-7BA6B938FF22}">
      <dgm:prSet/>
      <dgm:spPr/>
      <dgm:t>
        <a:bodyPr/>
        <a:lstStyle/>
        <a:p>
          <a:endParaRPr lang="en-US"/>
        </a:p>
      </dgm:t>
    </dgm:pt>
    <dgm:pt modelId="{45688FAC-784E-42FD-8956-BB9DE42A8CC1}" type="sibTrans" cxnId="{A72A1B59-F5FF-4E0A-BDDF-7BA6B938FF22}">
      <dgm:prSet/>
      <dgm:spPr/>
      <dgm:t>
        <a:bodyPr/>
        <a:lstStyle/>
        <a:p>
          <a:endParaRPr lang="en-US"/>
        </a:p>
      </dgm:t>
    </dgm:pt>
    <dgm:pt modelId="{0920C031-6250-4C2B-A3D4-727AB808BF3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We compared two models: a simple </a:t>
          </a:r>
          <a:r>
            <a:rPr lang="en-US" b="1" dirty="0"/>
            <a:t>Logistic Regression </a:t>
          </a:r>
          <a:r>
            <a:rPr lang="en-US" dirty="0"/>
            <a:t>baseline and an advanced </a:t>
          </a:r>
          <a:r>
            <a:rPr lang="en-US" b="1" dirty="0" err="1"/>
            <a:t>XGBoost</a:t>
          </a:r>
          <a:r>
            <a:rPr lang="en-US" dirty="0"/>
            <a:t> model.</a:t>
          </a:r>
        </a:p>
      </dgm:t>
    </dgm:pt>
    <dgm:pt modelId="{1EF4C407-F168-4357-95DE-99F3E653A05F}" type="parTrans" cxnId="{01FFC02B-98A7-47C6-894E-F9A66B737753}">
      <dgm:prSet/>
      <dgm:spPr/>
      <dgm:t>
        <a:bodyPr/>
        <a:lstStyle/>
        <a:p>
          <a:endParaRPr lang="en-US"/>
        </a:p>
      </dgm:t>
    </dgm:pt>
    <dgm:pt modelId="{3C38BF36-6AC2-41E8-957F-42EAABE71BC6}" type="sibTrans" cxnId="{01FFC02B-98A7-47C6-894E-F9A66B737753}">
      <dgm:prSet/>
      <dgm:spPr/>
      <dgm:t>
        <a:bodyPr/>
        <a:lstStyle/>
        <a:p>
          <a:endParaRPr lang="en-US"/>
        </a:p>
      </dgm:t>
    </dgm:pt>
    <dgm:pt modelId="{2DC153DD-E01D-4697-B5C8-D9F3FCEEB5C9}" type="pres">
      <dgm:prSet presAssocID="{0705D71F-5C86-4424-A59D-18DB33FD3B50}" presName="root" presStyleCnt="0">
        <dgm:presLayoutVars>
          <dgm:dir/>
          <dgm:resizeHandles val="exact"/>
        </dgm:presLayoutVars>
      </dgm:prSet>
      <dgm:spPr/>
    </dgm:pt>
    <dgm:pt modelId="{D3B81D8C-6981-4E1B-9323-32028C17955E}" type="pres">
      <dgm:prSet presAssocID="{16BBC4F0-BFBB-4134-A996-09BFDB323B5E}" presName="compNode" presStyleCnt="0"/>
      <dgm:spPr/>
    </dgm:pt>
    <dgm:pt modelId="{6AD8C24C-791F-49B8-BC4A-B82A4CA6B33E}" type="pres">
      <dgm:prSet presAssocID="{16BBC4F0-BFBB-4134-A996-09BFDB323B5E}" presName="bgRect" presStyleLbl="bgShp" presStyleIdx="0" presStyleCnt="4"/>
      <dgm:spPr/>
    </dgm:pt>
    <dgm:pt modelId="{58A0D759-AC77-452A-BD1B-563654A83A0F}" type="pres">
      <dgm:prSet presAssocID="{16BBC4F0-BFBB-4134-A996-09BFDB323B5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A88577CB-FBAE-4B63-BE5C-197DBDF91174}" type="pres">
      <dgm:prSet presAssocID="{16BBC4F0-BFBB-4134-A996-09BFDB323B5E}" presName="spaceRect" presStyleCnt="0"/>
      <dgm:spPr/>
    </dgm:pt>
    <dgm:pt modelId="{F27486DF-1617-4E03-AA25-4FB0D35EEDBC}" type="pres">
      <dgm:prSet presAssocID="{16BBC4F0-BFBB-4134-A996-09BFDB323B5E}" presName="parTx" presStyleLbl="revTx" presStyleIdx="0" presStyleCnt="4">
        <dgm:presLayoutVars>
          <dgm:chMax val="0"/>
          <dgm:chPref val="0"/>
        </dgm:presLayoutVars>
      </dgm:prSet>
      <dgm:spPr/>
    </dgm:pt>
    <dgm:pt modelId="{38526E7F-F790-448A-976B-E8A8DBD1E878}" type="pres">
      <dgm:prSet presAssocID="{783E86EF-5CA1-4FF5-AD23-06D93F1B7C5F}" presName="sibTrans" presStyleCnt="0"/>
      <dgm:spPr/>
    </dgm:pt>
    <dgm:pt modelId="{28737F34-D36F-4C54-B85B-D4C31F20F27F}" type="pres">
      <dgm:prSet presAssocID="{19BC7018-7DBB-4A5C-A8CD-31C07F4EFB62}" presName="compNode" presStyleCnt="0"/>
      <dgm:spPr/>
    </dgm:pt>
    <dgm:pt modelId="{D6BCB562-E7BA-4AB4-8C48-F11B613658D1}" type="pres">
      <dgm:prSet presAssocID="{19BC7018-7DBB-4A5C-A8CD-31C07F4EFB62}" presName="bgRect" presStyleLbl="bgShp" presStyleIdx="1" presStyleCnt="4"/>
      <dgm:spPr/>
    </dgm:pt>
    <dgm:pt modelId="{3577BB7D-DEA7-4DDB-988E-EB6063BA8C15}" type="pres">
      <dgm:prSet presAssocID="{19BC7018-7DBB-4A5C-A8CD-31C07F4EFB6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2C10B88D-861F-4EE7-A95D-3D4EA74C541F}" type="pres">
      <dgm:prSet presAssocID="{19BC7018-7DBB-4A5C-A8CD-31C07F4EFB62}" presName="spaceRect" presStyleCnt="0"/>
      <dgm:spPr/>
    </dgm:pt>
    <dgm:pt modelId="{A6EB8747-3460-4686-82B2-16325F747164}" type="pres">
      <dgm:prSet presAssocID="{19BC7018-7DBB-4A5C-A8CD-31C07F4EFB62}" presName="parTx" presStyleLbl="revTx" presStyleIdx="1" presStyleCnt="4">
        <dgm:presLayoutVars>
          <dgm:chMax val="0"/>
          <dgm:chPref val="0"/>
        </dgm:presLayoutVars>
      </dgm:prSet>
      <dgm:spPr/>
    </dgm:pt>
    <dgm:pt modelId="{DBAA702B-11BE-406F-8B05-BDAB8A8FBF37}" type="pres">
      <dgm:prSet presAssocID="{7E73EA0F-FAB5-4DE1-8AF4-E1712DE16A98}" presName="sibTrans" presStyleCnt="0"/>
      <dgm:spPr/>
    </dgm:pt>
    <dgm:pt modelId="{0A9449EA-A8DA-4DC5-871C-CC5BD54426A7}" type="pres">
      <dgm:prSet presAssocID="{0E481A4F-B518-4D12-8A8A-7CCCAFD5F092}" presName="compNode" presStyleCnt="0"/>
      <dgm:spPr/>
    </dgm:pt>
    <dgm:pt modelId="{558ABCDE-E039-4C88-9736-E8F6F47FF777}" type="pres">
      <dgm:prSet presAssocID="{0E481A4F-B518-4D12-8A8A-7CCCAFD5F092}" presName="bgRect" presStyleLbl="bgShp" presStyleIdx="2" presStyleCnt="4"/>
      <dgm:spPr/>
    </dgm:pt>
    <dgm:pt modelId="{047B45C9-8C8B-413A-8256-2882CEA9C669}" type="pres">
      <dgm:prSet presAssocID="{0E481A4F-B518-4D12-8A8A-7CCCAFD5F09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76F695D7-B8EF-4FD1-AB52-68DFB3AA4CB5}" type="pres">
      <dgm:prSet presAssocID="{0E481A4F-B518-4D12-8A8A-7CCCAFD5F092}" presName="spaceRect" presStyleCnt="0"/>
      <dgm:spPr/>
    </dgm:pt>
    <dgm:pt modelId="{EAC6A632-2E59-494C-80F5-3F31E343C89D}" type="pres">
      <dgm:prSet presAssocID="{0E481A4F-B518-4D12-8A8A-7CCCAFD5F092}" presName="parTx" presStyleLbl="revTx" presStyleIdx="2" presStyleCnt="4">
        <dgm:presLayoutVars>
          <dgm:chMax val="0"/>
          <dgm:chPref val="0"/>
        </dgm:presLayoutVars>
      </dgm:prSet>
      <dgm:spPr/>
    </dgm:pt>
    <dgm:pt modelId="{B3DE03BE-9DE0-479C-9AED-B714F7253F7A}" type="pres">
      <dgm:prSet presAssocID="{45688FAC-784E-42FD-8956-BB9DE42A8CC1}" presName="sibTrans" presStyleCnt="0"/>
      <dgm:spPr/>
    </dgm:pt>
    <dgm:pt modelId="{DDB57AC0-B1CC-494F-A518-BEEFB09DB8A0}" type="pres">
      <dgm:prSet presAssocID="{0920C031-6250-4C2B-A3D4-727AB808BF3E}" presName="compNode" presStyleCnt="0"/>
      <dgm:spPr/>
    </dgm:pt>
    <dgm:pt modelId="{2A89B6E7-8903-41A8-B9E9-A8FF9AF0D15E}" type="pres">
      <dgm:prSet presAssocID="{0920C031-6250-4C2B-A3D4-727AB808BF3E}" presName="bgRect" presStyleLbl="bgShp" presStyleIdx="3" presStyleCnt="4"/>
      <dgm:spPr/>
    </dgm:pt>
    <dgm:pt modelId="{C7CFE84F-E776-4A4C-B760-A79D89908FB6}" type="pres">
      <dgm:prSet presAssocID="{0920C031-6250-4C2B-A3D4-727AB808BF3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CF2A0C22-BEA0-43A3-AA73-3225CE33EB9F}" type="pres">
      <dgm:prSet presAssocID="{0920C031-6250-4C2B-A3D4-727AB808BF3E}" presName="spaceRect" presStyleCnt="0"/>
      <dgm:spPr/>
    </dgm:pt>
    <dgm:pt modelId="{870CBDE2-1236-4829-A6E1-47A7778721E8}" type="pres">
      <dgm:prSet presAssocID="{0920C031-6250-4C2B-A3D4-727AB808BF3E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279BF1D-1352-4A17-A0BD-4C80545DDBAB}" type="presOf" srcId="{0920C031-6250-4C2B-A3D4-727AB808BF3E}" destId="{870CBDE2-1236-4829-A6E1-47A7778721E8}" srcOrd="0" destOrd="0" presId="urn:microsoft.com/office/officeart/2018/2/layout/IconVerticalSolidList"/>
    <dgm:cxn modelId="{01FFC02B-98A7-47C6-894E-F9A66B737753}" srcId="{0705D71F-5C86-4424-A59D-18DB33FD3B50}" destId="{0920C031-6250-4C2B-A3D4-727AB808BF3E}" srcOrd="3" destOrd="0" parTransId="{1EF4C407-F168-4357-95DE-99F3E653A05F}" sibTransId="{3C38BF36-6AC2-41E8-957F-42EAABE71BC6}"/>
    <dgm:cxn modelId="{48C71D38-94E4-484C-A0E6-3592BF1970F0}" type="presOf" srcId="{19BC7018-7DBB-4A5C-A8CD-31C07F4EFB62}" destId="{A6EB8747-3460-4686-82B2-16325F747164}" srcOrd="0" destOrd="0" presId="urn:microsoft.com/office/officeart/2018/2/layout/IconVerticalSolidList"/>
    <dgm:cxn modelId="{4BEC6B68-F3D1-4833-AC2C-9482A1D06C73}" type="presOf" srcId="{16BBC4F0-BFBB-4134-A996-09BFDB323B5E}" destId="{F27486DF-1617-4E03-AA25-4FB0D35EEDBC}" srcOrd="0" destOrd="0" presId="urn:microsoft.com/office/officeart/2018/2/layout/IconVerticalSolidList"/>
    <dgm:cxn modelId="{18EF196D-9F39-404C-B719-7A69250E31E2}" srcId="{0705D71F-5C86-4424-A59D-18DB33FD3B50}" destId="{19BC7018-7DBB-4A5C-A8CD-31C07F4EFB62}" srcOrd="1" destOrd="0" parTransId="{D84B1596-0E6D-469F-8F46-1E6CF05BE1DB}" sibTransId="{7E73EA0F-FAB5-4DE1-8AF4-E1712DE16A98}"/>
    <dgm:cxn modelId="{A72A1B59-F5FF-4E0A-BDDF-7BA6B938FF22}" srcId="{0705D71F-5C86-4424-A59D-18DB33FD3B50}" destId="{0E481A4F-B518-4D12-8A8A-7CCCAFD5F092}" srcOrd="2" destOrd="0" parTransId="{390BEEA4-A766-452A-B5E5-9841C19805B7}" sibTransId="{45688FAC-784E-42FD-8956-BB9DE42A8CC1}"/>
    <dgm:cxn modelId="{3587B7BD-1540-43D0-8060-7BB47F949C91}" srcId="{0705D71F-5C86-4424-A59D-18DB33FD3B50}" destId="{16BBC4F0-BFBB-4134-A996-09BFDB323B5E}" srcOrd="0" destOrd="0" parTransId="{3FEDBC0B-0EA7-4D56-98FD-7873E5F1B1FB}" sibTransId="{783E86EF-5CA1-4FF5-AD23-06D93F1B7C5F}"/>
    <dgm:cxn modelId="{A233F0CC-CDDF-4B47-B1CF-1F97A3464A5E}" type="presOf" srcId="{0705D71F-5C86-4424-A59D-18DB33FD3B50}" destId="{2DC153DD-E01D-4697-B5C8-D9F3FCEEB5C9}" srcOrd="0" destOrd="0" presId="urn:microsoft.com/office/officeart/2018/2/layout/IconVerticalSolidList"/>
    <dgm:cxn modelId="{7A9B45F8-4110-4DDC-8BD9-2E7C494837AC}" type="presOf" srcId="{0E481A4F-B518-4D12-8A8A-7CCCAFD5F092}" destId="{EAC6A632-2E59-494C-80F5-3F31E343C89D}" srcOrd="0" destOrd="0" presId="urn:microsoft.com/office/officeart/2018/2/layout/IconVerticalSolidList"/>
    <dgm:cxn modelId="{C672DA87-40FC-4498-8877-E0AAC04AB3F1}" type="presParOf" srcId="{2DC153DD-E01D-4697-B5C8-D9F3FCEEB5C9}" destId="{D3B81D8C-6981-4E1B-9323-32028C17955E}" srcOrd="0" destOrd="0" presId="urn:microsoft.com/office/officeart/2018/2/layout/IconVerticalSolidList"/>
    <dgm:cxn modelId="{0D739939-28BC-4142-A34D-4D62BFAB688A}" type="presParOf" srcId="{D3B81D8C-6981-4E1B-9323-32028C17955E}" destId="{6AD8C24C-791F-49B8-BC4A-B82A4CA6B33E}" srcOrd="0" destOrd="0" presId="urn:microsoft.com/office/officeart/2018/2/layout/IconVerticalSolidList"/>
    <dgm:cxn modelId="{C53D6B8F-AF00-42AD-962D-128B13E190F0}" type="presParOf" srcId="{D3B81D8C-6981-4E1B-9323-32028C17955E}" destId="{58A0D759-AC77-452A-BD1B-563654A83A0F}" srcOrd="1" destOrd="0" presId="urn:microsoft.com/office/officeart/2018/2/layout/IconVerticalSolidList"/>
    <dgm:cxn modelId="{677D4D1A-41E5-4D8C-B595-AEDD5D86BA56}" type="presParOf" srcId="{D3B81D8C-6981-4E1B-9323-32028C17955E}" destId="{A88577CB-FBAE-4B63-BE5C-197DBDF91174}" srcOrd="2" destOrd="0" presId="urn:microsoft.com/office/officeart/2018/2/layout/IconVerticalSolidList"/>
    <dgm:cxn modelId="{22F04BBC-A08C-4C40-BAFF-4C70AC02FDFC}" type="presParOf" srcId="{D3B81D8C-6981-4E1B-9323-32028C17955E}" destId="{F27486DF-1617-4E03-AA25-4FB0D35EEDBC}" srcOrd="3" destOrd="0" presId="urn:microsoft.com/office/officeart/2018/2/layout/IconVerticalSolidList"/>
    <dgm:cxn modelId="{1DD18D63-A0E3-4575-A848-4FB4FF024E23}" type="presParOf" srcId="{2DC153DD-E01D-4697-B5C8-D9F3FCEEB5C9}" destId="{38526E7F-F790-448A-976B-E8A8DBD1E878}" srcOrd="1" destOrd="0" presId="urn:microsoft.com/office/officeart/2018/2/layout/IconVerticalSolidList"/>
    <dgm:cxn modelId="{D6710D07-E48C-4DFF-9D3E-E8AC88C8DB69}" type="presParOf" srcId="{2DC153DD-E01D-4697-B5C8-D9F3FCEEB5C9}" destId="{28737F34-D36F-4C54-B85B-D4C31F20F27F}" srcOrd="2" destOrd="0" presId="urn:microsoft.com/office/officeart/2018/2/layout/IconVerticalSolidList"/>
    <dgm:cxn modelId="{CBF8E8D4-BC65-4E1D-BF9E-D46C992CE750}" type="presParOf" srcId="{28737F34-D36F-4C54-B85B-D4C31F20F27F}" destId="{D6BCB562-E7BA-4AB4-8C48-F11B613658D1}" srcOrd="0" destOrd="0" presId="urn:microsoft.com/office/officeart/2018/2/layout/IconVerticalSolidList"/>
    <dgm:cxn modelId="{77F6947B-0805-4B15-AA3E-A4CA2FDE8022}" type="presParOf" srcId="{28737F34-D36F-4C54-B85B-D4C31F20F27F}" destId="{3577BB7D-DEA7-4DDB-988E-EB6063BA8C15}" srcOrd="1" destOrd="0" presId="urn:microsoft.com/office/officeart/2018/2/layout/IconVerticalSolidList"/>
    <dgm:cxn modelId="{C671A0FA-4E23-4233-B7EF-FB80BDAA5FE9}" type="presParOf" srcId="{28737F34-D36F-4C54-B85B-D4C31F20F27F}" destId="{2C10B88D-861F-4EE7-A95D-3D4EA74C541F}" srcOrd="2" destOrd="0" presId="urn:microsoft.com/office/officeart/2018/2/layout/IconVerticalSolidList"/>
    <dgm:cxn modelId="{604E5E63-47C4-4936-85CF-C5BF8B4F5AC0}" type="presParOf" srcId="{28737F34-D36F-4C54-B85B-D4C31F20F27F}" destId="{A6EB8747-3460-4686-82B2-16325F747164}" srcOrd="3" destOrd="0" presId="urn:microsoft.com/office/officeart/2018/2/layout/IconVerticalSolidList"/>
    <dgm:cxn modelId="{6B4028A0-4DA5-4309-8644-1F40B39A6EA0}" type="presParOf" srcId="{2DC153DD-E01D-4697-B5C8-D9F3FCEEB5C9}" destId="{DBAA702B-11BE-406F-8B05-BDAB8A8FBF37}" srcOrd="3" destOrd="0" presId="urn:microsoft.com/office/officeart/2018/2/layout/IconVerticalSolidList"/>
    <dgm:cxn modelId="{000AEA60-C1A4-41BE-B502-3B4B573DBC00}" type="presParOf" srcId="{2DC153DD-E01D-4697-B5C8-D9F3FCEEB5C9}" destId="{0A9449EA-A8DA-4DC5-871C-CC5BD54426A7}" srcOrd="4" destOrd="0" presId="urn:microsoft.com/office/officeart/2018/2/layout/IconVerticalSolidList"/>
    <dgm:cxn modelId="{4FFFA86D-F5B7-43DD-91E6-C121DEC1E3E5}" type="presParOf" srcId="{0A9449EA-A8DA-4DC5-871C-CC5BD54426A7}" destId="{558ABCDE-E039-4C88-9736-E8F6F47FF777}" srcOrd="0" destOrd="0" presId="urn:microsoft.com/office/officeart/2018/2/layout/IconVerticalSolidList"/>
    <dgm:cxn modelId="{77FB4D48-BDAC-469C-B572-14EB654297FA}" type="presParOf" srcId="{0A9449EA-A8DA-4DC5-871C-CC5BD54426A7}" destId="{047B45C9-8C8B-413A-8256-2882CEA9C669}" srcOrd="1" destOrd="0" presId="urn:microsoft.com/office/officeart/2018/2/layout/IconVerticalSolidList"/>
    <dgm:cxn modelId="{100AACB1-D515-4D99-9F20-444FE56FD637}" type="presParOf" srcId="{0A9449EA-A8DA-4DC5-871C-CC5BD54426A7}" destId="{76F695D7-B8EF-4FD1-AB52-68DFB3AA4CB5}" srcOrd="2" destOrd="0" presId="urn:microsoft.com/office/officeart/2018/2/layout/IconVerticalSolidList"/>
    <dgm:cxn modelId="{324A72C6-35A8-4997-A199-1871A430A43C}" type="presParOf" srcId="{0A9449EA-A8DA-4DC5-871C-CC5BD54426A7}" destId="{EAC6A632-2E59-494C-80F5-3F31E343C89D}" srcOrd="3" destOrd="0" presId="urn:microsoft.com/office/officeart/2018/2/layout/IconVerticalSolidList"/>
    <dgm:cxn modelId="{730EF5A5-6CA4-4001-84CA-1EB8A86FF2E8}" type="presParOf" srcId="{2DC153DD-E01D-4697-B5C8-D9F3FCEEB5C9}" destId="{B3DE03BE-9DE0-479C-9AED-B714F7253F7A}" srcOrd="5" destOrd="0" presId="urn:microsoft.com/office/officeart/2018/2/layout/IconVerticalSolidList"/>
    <dgm:cxn modelId="{D935222E-344E-4F80-9AE7-450C98353F78}" type="presParOf" srcId="{2DC153DD-E01D-4697-B5C8-D9F3FCEEB5C9}" destId="{DDB57AC0-B1CC-494F-A518-BEEFB09DB8A0}" srcOrd="6" destOrd="0" presId="urn:microsoft.com/office/officeart/2018/2/layout/IconVerticalSolidList"/>
    <dgm:cxn modelId="{820EF4B4-6CA5-4BFC-92B8-70CC34C408B2}" type="presParOf" srcId="{DDB57AC0-B1CC-494F-A518-BEEFB09DB8A0}" destId="{2A89B6E7-8903-41A8-B9E9-A8FF9AF0D15E}" srcOrd="0" destOrd="0" presId="urn:microsoft.com/office/officeart/2018/2/layout/IconVerticalSolidList"/>
    <dgm:cxn modelId="{11F3B5F2-4C3A-474A-939E-1900AC9D630A}" type="presParOf" srcId="{DDB57AC0-B1CC-494F-A518-BEEFB09DB8A0}" destId="{C7CFE84F-E776-4A4C-B760-A79D89908FB6}" srcOrd="1" destOrd="0" presId="urn:microsoft.com/office/officeart/2018/2/layout/IconVerticalSolidList"/>
    <dgm:cxn modelId="{68646F5B-065B-4EDE-84A1-84DC4E007A79}" type="presParOf" srcId="{DDB57AC0-B1CC-494F-A518-BEEFB09DB8A0}" destId="{CF2A0C22-BEA0-43A3-AA73-3225CE33EB9F}" srcOrd="2" destOrd="0" presId="urn:microsoft.com/office/officeart/2018/2/layout/IconVerticalSolidList"/>
    <dgm:cxn modelId="{D9D8EFB6-CC4A-4FE7-A099-A08845689E95}" type="presParOf" srcId="{DDB57AC0-B1CC-494F-A518-BEEFB09DB8A0}" destId="{870CBDE2-1236-4829-A6E1-47A7778721E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91BC95D-49EE-42C4-9719-189D06F7E36A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2C120CB-F9C5-4999-A909-F79C6FEAA287}">
      <dgm:prSet/>
      <dgm:spPr/>
      <dgm:t>
        <a:bodyPr/>
        <a:lstStyle/>
        <a:p>
          <a:r>
            <a:rPr lang="en-US" dirty="0">
              <a:effectLst/>
            </a:rPr>
            <a:t>Homepage curation </a:t>
          </a:r>
          <a:r>
            <a:rPr lang="en-US" dirty="0"/>
            <a:t>:</a:t>
          </a:r>
        </a:p>
      </dgm:t>
    </dgm:pt>
    <dgm:pt modelId="{7B43D776-64D2-4870-A59E-52B5137A76FC}" type="parTrans" cxnId="{4CFD9C84-E9FD-4C8C-B421-4EC8AF049304}">
      <dgm:prSet/>
      <dgm:spPr/>
      <dgm:t>
        <a:bodyPr/>
        <a:lstStyle/>
        <a:p>
          <a:endParaRPr lang="en-US"/>
        </a:p>
      </dgm:t>
    </dgm:pt>
    <dgm:pt modelId="{DE514219-0707-4DC5-A378-12E72DA86200}" type="sibTrans" cxnId="{4CFD9C84-E9FD-4C8C-B421-4EC8AF049304}">
      <dgm:prSet/>
      <dgm:spPr/>
      <dgm:t>
        <a:bodyPr/>
        <a:lstStyle/>
        <a:p>
          <a:endParaRPr lang="en-US"/>
        </a:p>
      </dgm:t>
    </dgm:pt>
    <dgm:pt modelId="{83E06814-69F7-4846-B203-D9401A0BA908}">
      <dgm:prSet/>
      <dgm:spPr/>
      <dgm:t>
        <a:bodyPr/>
        <a:lstStyle/>
        <a:p>
          <a:r>
            <a:rPr lang="en-US" dirty="0"/>
            <a:t>Prioritize </a:t>
          </a:r>
          <a:r>
            <a:rPr lang="en-US" b="1" dirty="0"/>
            <a:t>vegetable</a:t>
          </a:r>
          <a:r>
            <a:rPr lang="en-US" dirty="0"/>
            <a:t> &amp; </a:t>
          </a:r>
          <a:r>
            <a:rPr lang="en-US" b="1" dirty="0"/>
            <a:t>protein-rich </a:t>
          </a:r>
          <a:r>
            <a:rPr lang="en-US" dirty="0"/>
            <a:t>recipes.</a:t>
          </a:r>
        </a:p>
      </dgm:t>
    </dgm:pt>
    <dgm:pt modelId="{855D64A4-762E-4C8F-B209-0B241F146461}" type="parTrans" cxnId="{1FCB4631-84BC-4DAF-B389-70D37CD337D0}">
      <dgm:prSet/>
      <dgm:spPr/>
      <dgm:t>
        <a:bodyPr/>
        <a:lstStyle/>
        <a:p>
          <a:endParaRPr lang="en-US"/>
        </a:p>
      </dgm:t>
    </dgm:pt>
    <dgm:pt modelId="{C4E3B714-CCCA-497B-A731-B628750406A8}" type="sibTrans" cxnId="{1FCB4631-84BC-4DAF-B389-70D37CD337D0}">
      <dgm:prSet/>
      <dgm:spPr/>
      <dgm:t>
        <a:bodyPr/>
        <a:lstStyle/>
        <a:p>
          <a:endParaRPr lang="en-US"/>
        </a:p>
      </dgm:t>
    </dgm:pt>
    <dgm:pt modelId="{531B0442-4555-4097-B049-6C958CF878D1}">
      <dgm:prSet/>
      <dgm:spPr/>
      <dgm:t>
        <a:bodyPr/>
        <a:lstStyle/>
        <a:p>
          <a:r>
            <a:rPr lang="en-US" dirty="0"/>
            <a:t>Avoid </a:t>
          </a:r>
          <a:r>
            <a:rPr lang="en-US" b="1" dirty="0"/>
            <a:t>beverages</a:t>
          </a:r>
          <a:r>
            <a:rPr lang="en-US" dirty="0"/>
            <a:t> (weak performance).</a:t>
          </a:r>
        </a:p>
      </dgm:t>
    </dgm:pt>
    <dgm:pt modelId="{02A3EC23-D314-46EC-8A5D-6FFE202E7BD6}" type="parTrans" cxnId="{D4D3571A-1815-41A1-94E7-3BA8083CF518}">
      <dgm:prSet/>
      <dgm:spPr/>
      <dgm:t>
        <a:bodyPr/>
        <a:lstStyle/>
        <a:p>
          <a:endParaRPr lang="en-US"/>
        </a:p>
      </dgm:t>
    </dgm:pt>
    <dgm:pt modelId="{495AA3AE-B254-4692-94B3-704E86FF2ED0}" type="sibTrans" cxnId="{D4D3571A-1815-41A1-94E7-3BA8083CF518}">
      <dgm:prSet/>
      <dgm:spPr/>
      <dgm:t>
        <a:bodyPr/>
        <a:lstStyle/>
        <a:p>
          <a:endParaRPr lang="en-US"/>
        </a:p>
      </dgm:t>
    </dgm:pt>
    <dgm:pt modelId="{694E0B7E-3B25-4C8C-A35A-DC4AF2A3DE49}">
      <dgm:prSet/>
      <dgm:spPr/>
      <dgm:t>
        <a:bodyPr/>
        <a:lstStyle/>
        <a:p>
          <a:r>
            <a:rPr lang="en-US" dirty="0">
              <a:effectLst/>
            </a:rPr>
            <a:t>Model deployment</a:t>
          </a:r>
          <a:r>
            <a:rPr lang="en-US" dirty="0"/>
            <a:t>:</a:t>
          </a:r>
        </a:p>
      </dgm:t>
    </dgm:pt>
    <dgm:pt modelId="{5EC0EF57-A63A-4BCD-BB2A-F8D651A0A3BD}" type="parTrans" cxnId="{092DDFA1-1C2F-4965-A3C0-74BBE7015CC5}">
      <dgm:prSet/>
      <dgm:spPr/>
      <dgm:t>
        <a:bodyPr/>
        <a:lstStyle/>
        <a:p>
          <a:endParaRPr lang="en-US"/>
        </a:p>
      </dgm:t>
    </dgm:pt>
    <dgm:pt modelId="{6DF0F518-704F-4360-8353-5631C8E3A7F0}" type="sibTrans" cxnId="{092DDFA1-1C2F-4965-A3C0-74BBE7015CC5}">
      <dgm:prSet/>
      <dgm:spPr/>
      <dgm:t>
        <a:bodyPr/>
        <a:lstStyle/>
        <a:p>
          <a:endParaRPr lang="en-US"/>
        </a:p>
      </dgm:t>
    </dgm:pt>
    <dgm:pt modelId="{58481470-6369-4F4F-B3B6-789F8B5CFA2E}">
      <dgm:prSet/>
      <dgm:spPr/>
      <dgm:t>
        <a:bodyPr/>
        <a:lstStyle/>
        <a:p>
          <a:r>
            <a:rPr lang="en-US" dirty="0"/>
            <a:t>If the top priority is to </a:t>
          </a:r>
          <a:r>
            <a:rPr lang="en-US" b="1" dirty="0"/>
            <a:t>never miss </a:t>
          </a:r>
          <a:r>
            <a:rPr lang="en-US" dirty="0"/>
            <a:t>a high-traffic recipe: Use </a:t>
          </a:r>
          <a:r>
            <a:rPr lang="en-US" b="1" dirty="0" err="1"/>
            <a:t>XGBoost</a:t>
          </a:r>
          <a:r>
            <a:rPr lang="en-US" dirty="0"/>
            <a:t>.</a:t>
          </a:r>
        </a:p>
      </dgm:t>
    </dgm:pt>
    <dgm:pt modelId="{7C8EAA67-C689-45FC-9F73-E3C63E2EA06B}" type="parTrans" cxnId="{274CB6B1-EDEB-460D-9397-40B6690B0EA5}">
      <dgm:prSet/>
      <dgm:spPr/>
      <dgm:t>
        <a:bodyPr/>
        <a:lstStyle/>
        <a:p>
          <a:endParaRPr lang="en-US"/>
        </a:p>
      </dgm:t>
    </dgm:pt>
    <dgm:pt modelId="{56954C9F-C1DC-40DD-BA0F-2E6207F2A311}" type="sibTrans" cxnId="{274CB6B1-EDEB-460D-9397-40B6690B0EA5}">
      <dgm:prSet/>
      <dgm:spPr/>
      <dgm:t>
        <a:bodyPr/>
        <a:lstStyle/>
        <a:p>
          <a:endParaRPr lang="en-US"/>
        </a:p>
      </dgm:t>
    </dgm:pt>
    <dgm:pt modelId="{0A0C3CC1-51C1-4FE6-A3D5-AC83C0C821E3}">
      <dgm:prSet/>
      <dgm:spPr/>
      <dgm:t>
        <a:bodyPr/>
        <a:lstStyle/>
        <a:p>
          <a:r>
            <a:rPr lang="en-US" dirty="0"/>
            <a:t>If homepage </a:t>
          </a:r>
          <a:r>
            <a:rPr lang="en-US" b="1" dirty="0"/>
            <a:t>slots are limited </a:t>
          </a:r>
          <a:r>
            <a:rPr lang="en-US" dirty="0"/>
            <a:t>and accuracy matters more: Use </a:t>
          </a:r>
          <a:r>
            <a:rPr lang="en-US" b="1" dirty="0"/>
            <a:t>Logistic Regression</a:t>
          </a:r>
          <a:r>
            <a:rPr lang="en-US" dirty="0"/>
            <a:t>.</a:t>
          </a:r>
        </a:p>
      </dgm:t>
    </dgm:pt>
    <dgm:pt modelId="{9C1A2F8A-E31D-453F-B1B4-4B5B6FAB29F2}" type="parTrans" cxnId="{DEBDC5D4-7D8C-4A5E-98A5-3B2FA3AD9DAE}">
      <dgm:prSet/>
      <dgm:spPr/>
      <dgm:t>
        <a:bodyPr/>
        <a:lstStyle/>
        <a:p>
          <a:endParaRPr lang="en-US"/>
        </a:p>
      </dgm:t>
    </dgm:pt>
    <dgm:pt modelId="{1B175ED1-6311-45E9-9832-92AB30F8DB15}" type="sibTrans" cxnId="{DEBDC5D4-7D8C-4A5E-98A5-3B2FA3AD9DAE}">
      <dgm:prSet/>
      <dgm:spPr/>
      <dgm:t>
        <a:bodyPr/>
        <a:lstStyle/>
        <a:p>
          <a:endParaRPr lang="en-US"/>
        </a:p>
      </dgm:t>
    </dgm:pt>
    <dgm:pt modelId="{BF448FAC-8662-4DF0-A4A8-DD0321126085}">
      <dgm:prSet/>
      <dgm:spPr/>
      <dgm:t>
        <a:bodyPr/>
        <a:lstStyle/>
        <a:p>
          <a:r>
            <a:rPr lang="en-US" b="1" dirty="0"/>
            <a:t>If neither </a:t>
          </a:r>
          <a:r>
            <a:rPr lang="en-US" b="0" dirty="0"/>
            <a:t>of the above applies: </a:t>
          </a:r>
          <a:r>
            <a:rPr lang="en-US" dirty="0"/>
            <a:t>Start with </a:t>
          </a:r>
          <a:r>
            <a:rPr lang="en-US" b="1" dirty="0"/>
            <a:t>Logistic Regression</a:t>
          </a:r>
          <a:r>
            <a:rPr lang="en-US" dirty="0"/>
            <a:t>, then run </a:t>
          </a:r>
          <a:r>
            <a:rPr lang="en-US" b="1" dirty="0"/>
            <a:t>A/B tests</a:t>
          </a:r>
          <a:r>
            <a:rPr lang="en-US" dirty="0"/>
            <a:t> with </a:t>
          </a:r>
          <a:r>
            <a:rPr lang="en-US" b="1" dirty="0" err="1"/>
            <a:t>XGBoost</a:t>
          </a:r>
          <a:r>
            <a:rPr lang="en-US" dirty="0"/>
            <a:t> to measure gains from higher recall.</a:t>
          </a:r>
        </a:p>
      </dgm:t>
    </dgm:pt>
    <dgm:pt modelId="{86F61772-8966-48CC-B470-0282DC609537}" type="parTrans" cxnId="{3E15F6A6-7CF7-46D0-93CA-16AE8E9E890B}">
      <dgm:prSet/>
      <dgm:spPr/>
      <dgm:t>
        <a:bodyPr/>
        <a:lstStyle/>
        <a:p>
          <a:endParaRPr lang="en-US"/>
        </a:p>
      </dgm:t>
    </dgm:pt>
    <dgm:pt modelId="{A8CDA4CB-9D1C-41D9-ADF4-BABAD6215D3D}" type="sibTrans" cxnId="{3E15F6A6-7CF7-46D0-93CA-16AE8E9E890B}">
      <dgm:prSet/>
      <dgm:spPr/>
      <dgm:t>
        <a:bodyPr/>
        <a:lstStyle/>
        <a:p>
          <a:endParaRPr lang="en-US"/>
        </a:p>
      </dgm:t>
    </dgm:pt>
    <dgm:pt modelId="{022946F9-D4B7-4504-BE06-3F41864886A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Prioritize balanced-carb recipes (</a:t>
          </a:r>
          <a:r>
            <a:rPr lang="en-US" b="1"/>
            <a:t>Complex Carbs </a:t>
          </a:r>
          <a:r>
            <a:rPr lang="en-US"/>
            <a:t>&gt; Sugar)</a:t>
          </a:r>
          <a:endParaRPr lang="en-US" dirty="0"/>
        </a:p>
      </dgm:t>
    </dgm:pt>
    <dgm:pt modelId="{00A94EA5-88BC-4AA3-9213-FED596E97ED2}" type="parTrans" cxnId="{2A3A7948-46EF-4E28-B343-0532A16E87C9}">
      <dgm:prSet/>
      <dgm:spPr/>
      <dgm:t>
        <a:bodyPr/>
        <a:lstStyle/>
        <a:p>
          <a:endParaRPr lang="en-US"/>
        </a:p>
      </dgm:t>
    </dgm:pt>
    <dgm:pt modelId="{1A5AD6D9-0587-429D-A300-CD00D8F43F7F}" type="sibTrans" cxnId="{2A3A7948-46EF-4E28-B343-0532A16E87C9}">
      <dgm:prSet/>
      <dgm:spPr/>
      <dgm:t>
        <a:bodyPr/>
        <a:lstStyle/>
        <a:p>
          <a:endParaRPr lang="en-US"/>
        </a:p>
      </dgm:t>
    </dgm:pt>
    <dgm:pt modelId="{20A64FBA-2D23-4BA9-A4E8-5BEC2B2BC8FE}" type="pres">
      <dgm:prSet presAssocID="{E91BC95D-49EE-42C4-9719-189D06F7E36A}" presName="vert0" presStyleCnt="0">
        <dgm:presLayoutVars>
          <dgm:dir/>
          <dgm:animOne val="branch"/>
          <dgm:animLvl val="lvl"/>
        </dgm:presLayoutVars>
      </dgm:prSet>
      <dgm:spPr/>
    </dgm:pt>
    <dgm:pt modelId="{F21F60B6-60E4-44FD-91E2-028B5A452E1E}" type="pres">
      <dgm:prSet presAssocID="{B2C120CB-F9C5-4999-A909-F79C6FEAA287}" presName="thickLine" presStyleLbl="alignNode1" presStyleIdx="0" presStyleCnt="2"/>
      <dgm:spPr/>
    </dgm:pt>
    <dgm:pt modelId="{641BAE9C-DE68-4D40-A53A-F9C607F548F9}" type="pres">
      <dgm:prSet presAssocID="{B2C120CB-F9C5-4999-A909-F79C6FEAA287}" presName="horz1" presStyleCnt="0"/>
      <dgm:spPr/>
    </dgm:pt>
    <dgm:pt modelId="{E2A4B201-1643-4BD7-902D-B3281E857BB4}" type="pres">
      <dgm:prSet presAssocID="{B2C120CB-F9C5-4999-A909-F79C6FEAA287}" presName="tx1" presStyleLbl="revTx" presStyleIdx="0" presStyleCnt="8"/>
      <dgm:spPr/>
    </dgm:pt>
    <dgm:pt modelId="{0FCBFA15-78CF-4055-9AAB-7825B376E219}" type="pres">
      <dgm:prSet presAssocID="{B2C120CB-F9C5-4999-A909-F79C6FEAA287}" presName="vert1" presStyleCnt="0"/>
      <dgm:spPr/>
    </dgm:pt>
    <dgm:pt modelId="{66088F3F-4005-4B7C-836F-F5BD9CDD4555}" type="pres">
      <dgm:prSet presAssocID="{83E06814-69F7-4846-B203-D9401A0BA908}" presName="vertSpace2a" presStyleCnt="0"/>
      <dgm:spPr/>
    </dgm:pt>
    <dgm:pt modelId="{3552E70A-E5C1-433D-BDC8-76C4717FC5BF}" type="pres">
      <dgm:prSet presAssocID="{83E06814-69F7-4846-B203-D9401A0BA908}" presName="horz2" presStyleCnt="0"/>
      <dgm:spPr/>
    </dgm:pt>
    <dgm:pt modelId="{0F789E5D-6609-4313-A1D8-E51C0E55ADB8}" type="pres">
      <dgm:prSet presAssocID="{83E06814-69F7-4846-B203-D9401A0BA908}" presName="horzSpace2" presStyleCnt="0"/>
      <dgm:spPr/>
    </dgm:pt>
    <dgm:pt modelId="{0B48755E-E143-4127-97B0-DBFA010712CE}" type="pres">
      <dgm:prSet presAssocID="{83E06814-69F7-4846-B203-D9401A0BA908}" presName="tx2" presStyleLbl="revTx" presStyleIdx="1" presStyleCnt="8"/>
      <dgm:spPr/>
    </dgm:pt>
    <dgm:pt modelId="{F90A0973-A424-4FA9-8779-B47F60B426F2}" type="pres">
      <dgm:prSet presAssocID="{83E06814-69F7-4846-B203-D9401A0BA908}" presName="vert2" presStyleCnt="0"/>
      <dgm:spPr/>
    </dgm:pt>
    <dgm:pt modelId="{B0A9596A-A125-4E20-A6D1-4E37AC4006E6}" type="pres">
      <dgm:prSet presAssocID="{83E06814-69F7-4846-B203-D9401A0BA908}" presName="thinLine2b" presStyleLbl="callout" presStyleIdx="0" presStyleCnt="6"/>
      <dgm:spPr/>
    </dgm:pt>
    <dgm:pt modelId="{0161D85C-7BBE-4EB5-A48F-FE31B35C06B0}" type="pres">
      <dgm:prSet presAssocID="{83E06814-69F7-4846-B203-D9401A0BA908}" presName="vertSpace2b" presStyleCnt="0"/>
      <dgm:spPr/>
    </dgm:pt>
    <dgm:pt modelId="{60A74CE4-1F9D-4878-B3CC-5F4D543DA40F}" type="pres">
      <dgm:prSet presAssocID="{531B0442-4555-4097-B049-6C958CF878D1}" presName="horz2" presStyleCnt="0"/>
      <dgm:spPr/>
    </dgm:pt>
    <dgm:pt modelId="{C274E0D7-5150-4EB9-89C7-822E218BE96C}" type="pres">
      <dgm:prSet presAssocID="{531B0442-4555-4097-B049-6C958CF878D1}" presName="horzSpace2" presStyleCnt="0"/>
      <dgm:spPr/>
    </dgm:pt>
    <dgm:pt modelId="{F233CB34-974B-4063-AD42-D0DD2332EC31}" type="pres">
      <dgm:prSet presAssocID="{531B0442-4555-4097-B049-6C958CF878D1}" presName="tx2" presStyleLbl="revTx" presStyleIdx="2" presStyleCnt="8"/>
      <dgm:spPr/>
    </dgm:pt>
    <dgm:pt modelId="{FE4E3592-0961-4A31-A68D-903F45C6096E}" type="pres">
      <dgm:prSet presAssocID="{531B0442-4555-4097-B049-6C958CF878D1}" presName="vert2" presStyleCnt="0"/>
      <dgm:spPr/>
    </dgm:pt>
    <dgm:pt modelId="{AE2FACE4-8016-4661-A841-9B8C8C3BC6DC}" type="pres">
      <dgm:prSet presAssocID="{531B0442-4555-4097-B049-6C958CF878D1}" presName="thinLine2b" presStyleLbl="callout" presStyleIdx="1" presStyleCnt="6"/>
      <dgm:spPr/>
    </dgm:pt>
    <dgm:pt modelId="{B6DADFAD-E245-42D6-940C-6AB233DDF270}" type="pres">
      <dgm:prSet presAssocID="{531B0442-4555-4097-B049-6C958CF878D1}" presName="vertSpace2b" presStyleCnt="0"/>
      <dgm:spPr/>
    </dgm:pt>
    <dgm:pt modelId="{0E724EEF-3716-4487-92D9-44A485F30494}" type="pres">
      <dgm:prSet presAssocID="{022946F9-D4B7-4504-BE06-3F41864886AE}" presName="horz2" presStyleCnt="0"/>
      <dgm:spPr/>
    </dgm:pt>
    <dgm:pt modelId="{0A1E0068-8AF5-4BBB-9D25-1BA8FAF6FAB5}" type="pres">
      <dgm:prSet presAssocID="{022946F9-D4B7-4504-BE06-3F41864886AE}" presName="horzSpace2" presStyleCnt="0"/>
      <dgm:spPr/>
    </dgm:pt>
    <dgm:pt modelId="{EBA9DD4E-D02E-4A2F-A3A4-C0DC651F7CAE}" type="pres">
      <dgm:prSet presAssocID="{022946F9-D4B7-4504-BE06-3F41864886AE}" presName="tx2" presStyleLbl="revTx" presStyleIdx="3" presStyleCnt="8"/>
      <dgm:spPr/>
    </dgm:pt>
    <dgm:pt modelId="{3CD41190-992F-4C39-8DB4-0C456A9942AE}" type="pres">
      <dgm:prSet presAssocID="{022946F9-D4B7-4504-BE06-3F41864886AE}" presName="vert2" presStyleCnt="0"/>
      <dgm:spPr/>
    </dgm:pt>
    <dgm:pt modelId="{23A5D00E-7CEA-4F0D-BD30-7B7626D23041}" type="pres">
      <dgm:prSet presAssocID="{022946F9-D4B7-4504-BE06-3F41864886AE}" presName="thinLine2b" presStyleLbl="callout" presStyleIdx="2" presStyleCnt="6"/>
      <dgm:spPr/>
    </dgm:pt>
    <dgm:pt modelId="{1F9AD92C-B5D1-4079-A6E0-2D5C67868BF7}" type="pres">
      <dgm:prSet presAssocID="{022946F9-D4B7-4504-BE06-3F41864886AE}" presName="vertSpace2b" presStyleCnt="0"/>
      <dgm:spPr/>
    </dgm:pt>
    <dgm:pt modelId="{7AEF22FA-B9E2-4DFD-9D95-A36B8741EA0E}" type="pres">
      <dgm:prSet presAssocID="{694E0B7E-3B25-4C8C-A35A-DC4AF2A3DE49}" presName="thickLine" presStyleLbl="alignNode1" presStyleIdx="1" presStyleCnt="2"/>
      <dgm:spPr/>
    </dgm:pt>
    <dgm:pt modelId="{87DA1B2D-A137-4EFD-9908-377259FC408B}" type="pres">
      <dgm:prSet presAssocID="{694E0B7E-3B25-4C8C-A35A-DC4AF2A3DE49}" presName="horz1" presStyleCnt="0"/>
      <dgm:spPr/>
    </dgm:pt>
    <dgm:pt modelId="{67DBB2F6-AC94-48C3-9B36-51F807A78B7C}" type="pres">
      <dgm:prSet presAssocID="{694E0B7E-3B25-4C8C-A35A-DC4AF2A3DE49}" presName="tx1" presStyleLbl="revTx" presStyleIdx="4" presStyleCnt="8"/>
      <dgm:spPr/>
    </dgm:pt>
    <dgm:pt modelId="{020856CB-E5C6-451B-8BB0-192FAC1D2662}" type="pres">
      <dgm:prSet presAssocID="{694E0B7E-3B25-4C8C-A35A-DC4AF2A3DE49}" presName="vert1" presStyleCnt="0"/>
      <dgm:spPr/>
    </dgm:pt>
    <dgm:pt modelId="{6D05323A-F1A8-4A1C-8E4D-9EAF340D1778}" type="pres">
      <dgm:prSet presAssocID="{58481470-6369-4F4F-B3B6-789F8B5CFA2E}" presName="vertSpace2a" presStyleCnt="0"/>
      <dgm:spPr/>
    </dgm:pt>
    <dgm:pt modelId="{CC669264-D3CF-43BE-A91D-9B72DCD34A9B}" type="pres">
      <dgm:prSet presAssocID="{58481470-6369-4F4F-B3B6-789F8B5CFA2E}" presName="horz2" presStyleCnt="0"/>
      <dgm:spPr/>
    </dgm:pt>
    <dgm:pt modelId="{AF821C37-80E5-4441-8E0E-3B6F004965E8}" type="pres">
      <dgm:prSet presAssocID="{58481470-6369-4F4F-B3B6-789F8B5CFA2E}" presName="horzSpace2" presStyleCnt="0"/>
      <dgm:spPr/>
    </dgm:pt>
    <dgm:pt modelId="{DD1835CF-FDF4-4C9C-A3A4-58DCD42DE142}" type="pres">
      <dgm:prSet presAssocID="{58481470-6369-4F4F-B3B6-789F8B5CFA2E}" presName="tx2" presStyleLbl="revTx" presStyleIdx="5" presStyleCnt="8"/>
      <dgm:spPr/>
    </dgm:pt>
    <dgm:pt modelId="{2920B067-A5F3-46F2-975C-8565938FC40A}" type="pres">
      <dgm:prSet presAssocID="{58481470-6369-4F4F-B3B6-789F8B5CFA2E}" presName="vert2" presStyleCnt="0"/>
      <dgm:spPr/>
    </dgm:pt>
    <dgm:pt modelId="{80ECFE7C-8187-4841-862E-193464E658B7}" type="pres">
      <dgm:prSet presAssocID="{58481470-6369-4F4F-B3B6-789F8B5CFA2E}" presName="thinLine2b" presStyleLbl="callout" presStyleIdx="3" presStyleCnt="6"/>
      <dgm:spPr/>
    </dgm:pt>
    <dgm:pt modelId="{35811BC1-6394-4EE3-9B9E-7262A0550512}" type="pres">
      <dgm:prSet presAssocID="{58481470-6369-4F4F-B3B6-789F8B5CFA2E}" presName="vertSpace2b" presStyleCnt="0"/>
      <dgm:spPr/>
    </dgm:pt>
    <dgm:pt modelId="{0470816B-70FF-45FA-8779-31E0C8158F6B}" type="pres">
      <dgm:prSet presAssocID="{0A0C3CC1-51C1-4FE6-A3D5-AC83C0C821E3}" presName="horz2" presStyleCnt="0"/>
      <dgm:spPr/>
    </dgm:pt>
    <dgm:pt modelId="{DE9AE8FE-7153-4746-8631-844330B9E906}" type="pres">
      <dgm:prSet presAssocID="{0A0C3CC1-51C1-4FE6-A3D5-AC83C0C821E3}" presName="horzSpace2" presStyleCnt="0"/>
      <dgm:spPr/>
    </dgm:pt>
    <dgm:pt modelId="{DAD3DD4E-844F-4AFD-90AD-B4255396B922}" type="pres">
      <dgm:prSet presAssocID="{0A0C3CC1-51C1-4FE6-A3D5-AC83C0C821E3}" presName="tx2" presStyleLbl="revTx" presStyleIdx="6" presStyleCnt="8"/>
      <dgm:spPr/>
    </dgm:pt>
    <dgm:pt modelId="{85CDE1EC-1709-40E3-8029-59C39E21A722}" type="pres">
      <dgm:prSet presAssocID="{0A0C3CC1-51C1-4FE6-A3D5-AC83C0C821E3}" presName="vert2" presStyleCnt="0"/>
      <dgm:spPr/>
    </dgm:pt>
    <dgm:pt modelId="{559D9AE0-A637-46BE-AC00-48A9EDBCE4B2}" type="pres">
      <dgm:prSet presAssocID="{0A0C3CC1-51C1-4FE6-A3D5-AC83C0C821E3}" presName="thinLine2b" presStyleLbl="callout" presStyleIdx="4" presStyleCnt="6"/>
      <dgm:spPr/>
    </dgm:pt>
    <dgm:pt modelId="{AFDE4B46-A537-48C2-AAC8-608A176160AD}" type="pres">
      <dgm:prSet presAssocID="{0A0C3CC1-51C1-4FE6-A3D5-AC83C0C821E3}" presName="vertSpace2b" presStyleCnt="0"/>
      <dgm:spPr/>
    </dgm:pt>
    <dgm:pt modelId="{1E7EAA2A-AFC1-4883-9911-C9399C397E72}" type="pres">
      <dgm:prSet presAssocID="{BF448FAC-8662-4DF0-A4A8-DD0321126085}" presName="horz2" presStyleCnt="0"/>
      <dgm:spPr/>
    </dgm:pt>
    <dgm:pt modelId="{654042E4-6047-40DE-8167-0A9C641E7CA0}" type="pres">
      <dgm:prSet presAssocID="{BF448FAC-8662-4DF0-A4A8-DD0321126085}" presName="horzSpace2" presStyleCnt="0"/>
      <dgm:spPr/>
    </dgm:pt>
    <dgm:pt modelId="{C53C02DB-E5E2-444F-91E2-F32701844009}" type="pres">
      <dgm:prSet presAssocID="{BF448FAC-8662-4DF0-A4A8-DD0321126085}" presName="tx2" presStyleLbl="revTx" presStyleIdx="7" presStyleCnt="8"/>
      <dgm:spPr/>
    </dgm:pt>
    <dgm:pt modelId="{2252D268-910A-40B6-8774-70100A8531F7}" type="pres">
      <dgm:prSet presAssocID="{BF448FAC-8662-4DF0-A4A8-DD0321126085}" presName="vert2" presStyleCnt="0"/>
      <dgm:spPr/>
    </dgm:pt>
    <dgm:pt modelId="{C95FFD9D-7C10-451A-A088-63F0FA3F2553}" type="pres">
      <dgm:prSet presAssocID="{BF448FAC-8662-4DF0-A4A8-DD0321126085}" presName="thinLine2b" presStyleLbl="callout" presStyleIdx="5" presStyleCnt="6"/>
      <dgm:spPr/>
    </dgm:pt>
    <dgm:pt modelId="{74C45FC4-B676-497D-A398-46374CDE2EF6}" type="pres">
      <dgm:prSet presAssocID="{BF448FAC-8662-4DF0-A4A8-DD0321126085}" presName="vertSpace2b" presStyleCnt="0"/>
      <dgm:spPr/>
    </dgm:pt>
  </dgm:ptLst>
  <dgm:cxnLst>
    <dgm:cxn modelId="{D4D3571A-1815-41A1-94E7-3BA8083CF518}" srcId="{B2C120CB-F9C5-4999-A909-F79C6FEAA287}" destId="{531B0442-4555-4097-B049-6C958CF878D1}" srcOrd="1" destOrd="0" parTransId="{02A3EC23-D314-46EC-8A5D-6FFE202E7BD6}" sibTransId="{495AA3AE-B254-4692-94B3-704E86FF2ED0}"/>
    <dgm:cxn modelId="{1FCB4631-84BC-4DAF-B389-70D37CD337D0}" srcId="{B2C120CB-F9C5-4999-A909-F79C6FEAA287}" destId="{83E06814-69F7-4846-B203-D9401A0BA908}" srcOrd="0" destOrd="0" parTransId="{855D64A4-762E-4C8F-B209-0B241F146461}" sibTransId="{C4E3B714-CCCA-497B-A731-B628750406A8}"/>
    <dgm:cxn modelId="{2A3A7948-46EF-4E28-B343-0532A16E87C9}" srcId="{B2C120CB-F9C5-4999-A909-F79C6FEAA287}" destId="{022946F9-D4B7-4504-BE06-3F41864886AE}" srcOrd="2" destOrd="0" parTransId="{00A94EA5-88BC-4AA3-9213-FED596E97ED2}" sibTransId="{1A5AD6D9-0587-429D-A300-CD00D8F43F7F}"/>
    <dgm:cxn modelId="{E842DF71-1113-424F-A50D-79C8A79B047C}" type="presOf" srcId="{0A0C3CC1-51C1-4FE6-A3D5-AC83C0C821E3}" destId="{DAD3DD4E-844F-4AFD-90AD-B4255396B922}" srcOrd="0" destOrd="0" presId="urn:microsoft.com/office/officeart/2008/layout/LinedList"/>
    <dgm:cxn modelId="{4CFD9C84-E9FD-4C8C-B421-4EC8AF049304}" srcId="{E91BC95D-49EE-42C4-9719-189D06F7E36A}" destId="{B2C120CB-F9C5-4999-A909-F79C6FEAA287}" srcOrd="0" destOrd="0" parTransId="{7B43D776-64D2-4870-A59E-52B5137A76FC}" sibTransId="{DE514219-0707-4DC5-A378-12E72DA86200}"/>
    <dgm:cxn modelId="{56B91A8C-31C2-41E8-B579-428737B78EA1}" type="presOf" srcId="{83E06814-69F7-4846-B203-D9401A0BA908}" destId="{0B48755E-E143-4127-97B0-DBFA010712CE}" srcOrd="0" destOrd="0" presId="urn:microsoft.com/office/officeart/2008/layout/LinedList"/>
    <dgm:cxn modelId="{3B91B78D-CAC9-4502-9DCC-66A2AD1051A9}" type="presOf" srcId="{B2C120CB-F9C5-4999-A909-F79C6FEAA287}" destId="{E2A4B201-1643-4BD7-902D-B3281E857BB4}" srcOrd="0" destOrd="0" presId="urn:microsoft.com/office/officeart/2008/layout/LinedList"/>
    <dgm:cxn modelId="{092DDFA1-1C2F-4965-A3C0-74BBE7015CC5}" srcId="{E91BC95D-49EE-42C4-9719-189D06F7E36A}" destId="{694E0B7E-3B25-4C8C-A35A-DC4AF2A3DE49}" srcOrd="1" destOrd="0" parTransId="{5EC0EF57-A63A-4BCD-BB2A-F8D651A0A3BD}" sibTransId="{6DF0F518-704F-4360-8353-5631C8E3A7F0}"/>
    <dgm:cxn modelId="{3E15F6A6-7CF7-46D0-93CA-16AE8E9E890B}" srcId="{694E0B7E-3B25-4C8C-A35A-DC4AF2A3DE49}" destId="{BF448FAC-8662-4DF0-A4A8-DD0321126085}" srcOrd="2" destOrd="0" parTransId="{86F61772-8966-48CC-B470-0282DC609537}" sibTransId="{A8CDA4CB-9D1C-41D9-ADF4-BABAD6215D3D}"/>
    <dgm:cxn modelId="{274CB6B1-EDEB-460D-9397-40B6690B0EA5}" srcId="{694E0B7E-3B25-4C8C-A35A-DC4AF2A3DE49}" destId="{58481470-6369-4F4F-B3B6-789F8B5CFA2E}" srcOrd="0" destOrd="0" parTransId="{7C8EAA67-C689-45FC-9F73-E3C63E2EA06B}" sibTransId="{56954C9F-C1DC-40DD-BA0F-2E6207F2A311}"/>
    <dgm:cxn modelId="{F15A6DCB-FECA-4DA3-9277-69094A80BBFB}" type="presOf" srcId="{E91BC95D-49EE-42C4-9719-189D06F7E36A}" destId="{20A64FBA-2D23-4BA9-A4E8-5BEC2B2BC8FE}" srcOrd="0" destOrd="0" presId="urn:microsoft.com/office/officeart/2008/layout/LinedList"/>
    <dgm:cxn modelId="{7B8956CD-21AC-436C-899B-FDDD88612080}" type="presOf" srcId="{58481470-6369-4F4F-B3B6-789F8B5CFA2E}" destId="{DD1835CF-FDF4-4C9C-A3A4-58DCD42DE142}" srcOrd="0" destOrd="0" presId="urn:microsoft.com/office/officeart/2008/layout/LinedList"/>
    <dgm:cxn modelId="{B30328D3-8A57-4D97-AE17-005F9FD1204C}" type="presOf" srcId="{022946F9-D4B7-4504-BE06-3F41864886AE}" destId="{EBA9DD4E-D02E-4A2F-A3A4-C0DC651F7CAE}" srcOrd="0" destOrd="0" presId="urn:microsoft.com/office/officeart/2008/layout/LinedList"/>
    <dgm:cxn modelId="{DEBDC5D4-7D8C-4A5E-98A5-3B2FA3AD9DAE}" srcId="{694E0B7E-3B25-4C8C-A35A-DC4AF2A3DE49}" destId="{0A0C3CC1-51C1-4FE6-A3D5-AC83C0C821E3}" srcOrd="1" destOrd="0" parTransId="{9C1A2F8A-E31D-453F-B1B4-4B5B6FAB29F2}" sibTransId="{1B175ED1-6311-45E9-9832-92AB30F8DB15}"/>
    <dgm:cxn modelId="{8D6941D7-DF19-462F-B005-3C81F8C74546}" type="presOf" srcId="{694E0B7E-3B25-4C8C-A35A-DC4AF2A3DE49}" destId="{67DBB2F6-AC94-48C3-9B36-51F807A78B7C}" srcOrd="0" destOrd="0" presId="urn:microsoft.com/office/officeart/2008/layout/LinedList"/>
    <dgm:cxn modelId="{AB44ADDC-4991-4458-8ACC-F32454E75E8E}" type="presOf" srcId="{531B0442-4555-4097-B049-6C958CF878D1}" destId="{F233CB34-974B-4063-AD42-D0DD2332EC31}" srcOrd="0" destOrd="0" presId="urn:microsoft.com/office/officeart/2008/layout/LinedList"/>
    <dgm:cxn modelId="{8140A5F0-B72F-4D4C-8C45-35C8AEDC2B1F}" type="presOf" srcId="{BF448FAC-8662-4DF0-A4A8-DD0321126085}" destId="{C53C02DB-E5E2-444F-91E2-F32701844009}" srcOrd="0" destOrd="0" presId="urn:microsoft.com/office/officeart/2008/layout/LinedList"/>
    <dgm:cxn modelId="{5946D053-7728-40DF-886E-9080FB4D0FE0}" type="presParOf" srcId="{20A64FBA-2D23-4BA9-A4E8-5BEC2B2BC8FE}" destId="{F21F60B6-60E4-44FD-91E2-028B5A452E1E}" srcOrd="0" destOrd="0" presId="urn:microsoft.com/office/officeart/2008/layout/LinedList"/>
    <dgm:cxn modelId="{F15B120B-627F-4CDD-ADCF-674ACAD00DD3}" type="presParOf" srcId="{20A64FBA-2D23-4BA9-A4E8-5BEC2B2BC8FE}" destId="{641BAE9C-DE68-4D40-A53A-F9C607F548F9}" srcOrd="1" destOrd="0" presId="urn:microsoft.com/office/officeart/2008/layout/LinedList"/>
    <dgm:cxn modelId="{55C10761-920E-4D8E-957D-BEDF8D56C8E1}" type="presParOf" srcId="{641BAE9C-DE68-4D40-A53A-F9C607F548F9}" destId="{E2A4B201-1643-4BD7-902D-B3281E857BB4}" srcOrd="0" destOrd="0" presId="urn:microsoft.com/office/officeart/2008/layout/LinedList"/>
    <dgm:cxn modelId="{A0DB56DE-2210-4C37-B456-64F4613C9B52}" type="presParOf" srcId="{641BAE9C-DE68-4D40-A53A-F9C607F548F9}" destId="{0FCBFA15-78CF-4055-9AAB-7825B376E219}" srcOrd="1" destOrd="0" presId="urn:microsoft.com/office/officeart/2008/layout/LinedList"/>
    <dgm:cxn modelId="{33C60956-B2B7-4447-AD71-0CD0005403A5}" type="presParOf" srcId="{0FCBFA15-78CF-4055-9AAB-7825B376E219}" destId="{66088F3F-4005-4B7C-836F-F5BD9CDD4555}" srcOrd="0" destOrd="0" presId="urn:microsoft.com/office/officeart/2008/layout/LinedList"/>
    <dgm:cxn modelId="{72A0B1C6-B477-4322-864C-1FA9A397BE0C}" type="presParOf" srcId="{0FCBFA15-78CF-4055-9AAB-7825B376E219}" destId="{3552E70A-E5C1-433D-BDC8-76C4717FC5BF}" srcOrd="1" destOrd="0" presId="urn:microsoft.com/office/officeart/2008/layout/LinedList"/>
    <dgm:cxn modelId="{0C5D0D0A-A308-4B1C-B1D7-ECE8F952313E}" type="presParOf" srcId="{3552E70A-E5C1-433D-BDC8-76C4717FC5BF}" destId="{0F789E5D-6609-4313-A1D8-E51C0E55ADB8}" srcOrd="0" destOrd="0" presId="urn:microsoft.com/office/officeart/2008/layout/LinedList"/>
    <dgm:cxn modelId="{C727DC2E-A6BA-400A-80F3-4DCB08846B53}" type="presParOf" srcId="{3552E70A-E5C1-433D-BDC8-76C4717FC5BF}" destId="{0B48755E-E143-4127-97B0-DBFA010712CE}" srcOrd="1" destOrd="0" presId="urn:microsoft.com/office/officeart/2008/layout/LinedList"/>
    <dgm:cxn modelId="{18B1B494-39C6-46B4-8882-7B79EADDEE2C}" type="presParOf" srcId="{3552E70A-E5C1-433D-BDC8-76C4717FC5BF}" destId="{F90A0973-A424-4FA9-8779-B47F60B426F2}" srcOrd="2" destOrd="0" presId="urn:microsoft.com/office/officeart/2008/layout/LinedList"/>
    <dgm:cxn modelId="{AEDFA6AB-CB6B-4CB1-B100-9DFC9F80ABCB}" type="presParOf" srcId="{0FCBFA15-78CF-4055-9AAB-7825B376E219}" destId="{B0A9596A-A125-4E20-A6D1-4E37AC4006E6}" srcOrd="2" destOrd="0" presId="urn:microsoft.com/office/officeart/2008/layout/LinedList"/>
    <dgm:cxn modelId="{465DBE41-60F4-4894-BA2B-F9977E2B75F9}" type="presParOf" srcId="{0FCBFA15-78CF-4055-9AAB-7825B376E219}" destId="{0161D85C-7BBE-4EB5-A48F-FE31B35C06B0}" srcOrd="3" destOrd="0" presId="urn:microsoft.com/office/officeart/2008/layout/LinedList"/>
    <dgm:cxn modelId="{CA2DA942-BCD3-48BB-96C1-6D3413F47BB0}" type="presParOf" srcId="{0FCBFA15-78CF-4055-9AAB-7825B376E219}" destId="{60A74CE4-1F9D-4878-B3CC-5F4D543DA40F}" srcOrd="4" destOrd="0" presId="urn:microsoft.com/office/officeart/2008/layout/LinedList"/>
    <dgm:cxn modelId="{0DFB3775-422A-4C01-9357-5015A3BA7920}" type="presParOf" srcId="{60A74CE4-1F9D-4878-B3CC-5F4D543DA40F}" destId="{C274E0D7-5150-4EB9-89C7-822E218BE96C}" srcOrd="0" destOrd="0" presId="urn:microsoft.com/office/officeart/2008/layout/LinedList"/>
    <dgm:cxn modelId="{81A7173F-2745-4CC9-BE0D-02853EAC0A4C}" type="presParOf" srcId="{60A74CE4-1F9D-4878-B3CC-5F4D543DA40F}" destId="{F233CB34-974B-4063-AD42-D0DD2332EC31}" srcOrd="1" destOrd="0" presId="urn:microsoft.com/office/officeart/2008/layout/LinedList"/>
    <dgm:cxn modelId="{91CF5BDF-610A-425D-B35E-EB73C472B33C}" type="presParOf" srcId="{60A74CE4-1F9D-4878-B3CC-5F4D543DA40F}" destId="{FE4E3592-0961-4A31-A68D-903F45C6096E}" srcOrd="2" destOrd="0" presId="urn:microsoft.com/office/officeart/2008/layout/LinedList"/>
    <dgm:cxn modelId="{AAD7664C-5D0A-485D-A57C-E5A0CA635435}" type="presParOf" srcId="{0FCBFA15-78CF-4055-9AAB-7825B376E219}" destId="{AE2FACE4-8016-4661-A841-9B8C8C3BC6DC}" srcOrd="5" destOrd="0" presId="urn:microsoft.com/office/officeart/2008/layout/LinedList"/>
    <dgm:cxn modelId="{22233E0A-222A-4D33-8066-0B1C95FA67D4}" type="presParOf" srcId="{0FCBFA15-78CF-4055-9AAB-7825B376E219}" destId="{B6DADFAD-E245-42D6-940C-6AB233DDF270}" srcOrd="6" destOrd="0" presId="urn:microsoft.com/office/officeart/2008/layout/LinedList"/>
    <dgm:cxn modelId="{39566F43-EF6A-4FA1-B925-956566432A5D}" type="presParOf" srcId="{0FCBFA15-78CF-4055-9AAB-7825B376E219}" destId="{0E724EEF-3716-4487-92D9-44A485F30494}" srcOrd="7" destOrd="0" presId="urn:microsoft.com/office/officeart/2008/layout/LinedList"/>
    <dgm:cxn modelId="{99F38E19-A5C9-4B41-A7B1-2D4E9ADF5BE0}" type="presParOf" srcId="{0E724EEF-3716-4487-92D9-44A485F30494}" destId="{0A1E0068-8AF5-4BBB-9D25-1BA8FAF6FAB5}" srcOrd="0" destOrd="0" presId="urn:microsoft.com/office/officeart/2008/layout/LinedList"/>
    <dgm:cxn modelId="{9F91D57D-85A0-41EB-91FB-CCE1A03B05C9}" type="presParOf" srcId="{0E724EEF-3716-4487-92D9-44A485F30494}" destId="{EBA9DD4E-D02E-4A2F-A3A4-C0DC651F7CAE}" srcOrd="1" destOrd="0" presId="urn:microsoft.com/office/officeart/2008/layout/LinedList"/>
    <dgm:cxn modelId="{4EE2332E-BAF7-4619-A9DA-EF49D03A2E15}" type="presParOf" srcId="{0E724EEF-3716-4487-92D9-44A485F30494}" destId="{3CD41190-992F-4C39-8DB4-0C456A9942AE}" srcOrd="2" destOrd="0" presId="urn:microsoft.com/office/officeart/2008/layout/LinedList"/>
    <dgm:cxn modelId="{4BAEECD6-6A8B-4BAA-9A72-33275A939BFC}" type="presParOf" srcId="{0FCBFA15-78CF-4055-9AAB-7825B376E219}" destId="{23A5D00E-7CEA-4F0D-BD30-7B7626D23041}" srcOrd="8" destOrd="0" presId="urn:microsoft.com/office/officeart/2008/layout/LinedList"/>
    <dgm:cxn modelId="{1D8905E5-1718-4307-A189-5BD7CB84F583}" type="presParOf" srcId="{0FCBFA15-78CF-4055-9AAB-7825B376E219}" destId="{1F9AD92C-B5D1-4079-A6E0-2D5C67868BF7}" srcOrd="9" destOrd="0" presId="urn:microsoft.com/office/officeart/2008/layout/LinedList"/>
    <dgm:cxn modelId="{8C77F5B4-93F2-4B5D-BE10-DE27EF4661B2}" type="presParOf" srcId="{20A64FBA-2D23-4BA9-A4E8-5BEC2B2BC8FE}" destId="{7AEF22FA-B9E2-4DFD-9D95-A36B8741EA0E}" srcOrd="2" destOrd="0" presId="urn:microsoft.com/office/officeart/2008/layout/LinedList"/>
    <dgm:cxn modelId="{2D49BF99-13D5-4BD1-8F7B-696D17B446DD}" type="presParOf" srcId="{20A64FBA-2D23-4BA9-A4E8-5BEC2B2BC8FE}" destId="{87DA1B2D-A137-4EFD-9908-377259FC408B}" srcOrd="3" destOrd="0" presId="urn:microsoft.com/office/officeart/2008/layout/LinedList"/>
    <dgm:cxn modelId="{7099DDE9-57C8-4D2A-997D-3E5B30476214}" type="presParOf" srcId="{87DA1B2D-A137-4EFD-9908-377259FC408B}" destId="{67DBB2F6-AC94-48C3-9B36-51F807A78B7C}" srcOrd="0" destOrd="0" presId="urn:microsoft.com/office/officeart/2008/layout/LinedList"/>
    <dgm:cxn modelId="{94148958-0BEC-4109-A599-43EA0701C386}" type="presParOf" srcId="{87DA1B2D-A137-4EFD-9908-377259FC408B}" destId="{020856CB-E5C6-451B-8BB0-192FAC1D2662}" srcOrd="1" destOrd="0" presId="urn:microsoft.com/office/officeart/2008/layout/LinedList"/>
    <dgm:cxn modelId="{2BFBA1FF-F2C3-4965-BE4F-4B63CB3CB542}" type="presParOf" srcId="{020856CB-E5C6-451B-8BB0-192FAC1D2662}" destId="{6D05323A-F1A8-4A1C-8E4D-9EAF340D1778}" srcOrd="0" destOrd="0" presId="urn:microsoft.com/office/officeart/2008/layout/LinedList"/>
    <dgm:cxn modelId="{7D5E07F4-1324-47F4-87B5-60326009D83B}" type="presParOf" srcId="{020856CB-E5C6-451B-8BB0-192FAC1D2662}" destId="{CC669264-D3CF-43BE-A91D-9B72DCD34A9B}" srcOrd="1" destOrd="0" presId="urn:microsoft.com/office/officeart/2008/layout/LinedList"/>
    <dgm:cxn modelId="{ED43E853-CF98-4CE0-8B3C-678F4574D067}" type="presParOf" srcId="{CC669264-D3CF-43BE-A91D-9B72DCD34A9B}" destId="{AF821C37-80E5-4441-8E0E-3B6F004965E8}" srcOrd="0" destOrd="0" presId="urn:microsoft.com/office/officeart/2008/layout/LinedList"/>
    <dgm:cxn modelId="{28196FF6-0B21-4C2E-B629-922FEA16A095}" type="presParOf" srcId="{CC669264-D3CF-43BE-A91D-9B72DCD34A9B}" destId="{DD1835CF-FDF4-4C9C-A3A4-58DCD42DE142}" srcOrd="1" destOrd="0" presId="urn:microsoft.com/office/officeart/2008/layout/LinedList"/>
    <dgm:cxn modelId="{802744A1-D89E-486B-BBE2-13A4F6173992}" type="presParOf" srcId="{CC669264-D3CF-43BE-A91D-9B72DCD34A9B}" destId="{2920B067-A5F3-46F2-975C-8565938FC40A}" srcOrd="2" destOrd="0" presId="urn:microsoft.com/office/officeart/2008/layout/LinedList"/>
    <dgm:cxn modelId="{D08788EC-B64A-43B0-B126-49028C04DB13}" type="presParOf" srcId="{020856CB-E5C6-451B-8BB0-192FAC1D2662}" destId="{80ECFE7C-8187-4841-862E-193464E658B7}" srcOrd="2" destOrd="0" presId="urn:microsoft.com/office/officeart/2008/layout/LinedList"/>
    <dgm:cxn modelId="{9CC07A21-0F7F-4D59-8742-20E8ED992632}" type="presParOf" srcId="{020856CB-E5C6-451B-8BB0-192FAC1D2662}" destId="{35811BC1-6394-4EE3-9B9E-7262A0550512}" srcOrd="3" destOrd="0" presId="urn:microsoft.com/office/officeart/2008/layout/LinedList"/>
    <dgm:cxn modelId="{8F66D106-1428-48DF-8669-27B88DB940D3}" type="presParOf" srcId="{020856CB-E5C6-451B-8BB0-192FAC1D2662}" destId="{0470816B-70FF-45FA-8779-31E0C8158F6B}" srcOrd="4" destOrd="0" presId="urn:microsoft.com/office/officeart/2008/layout/LinedList"/>
    <dgm:cxn modelId="{74EB42E8-E882-494B-9F0F-7B8C357F1A70}" type="presParOf" srcId="{0470816B-70FF-45FA-8779-31E0C8158F6B}" destId="{DE9AE8FE-7153-4746-8631-844330B9E906}" srcOrd="0" destOrd="0" presId="urn:microsoft.com/office/officeart/2008/layout/LinedList"/>
    <dgm:cxn modelId="{8B7B7262-5E2E-4F38-8B06-EC240D80401A}" type="presParOf" srcId="{0470816B-70FF-45FA-8779-31E0C8158F6B}" destId="{DAD3DD4E-844F-4AFD-90AD-B4255396B922}" srcOrd="1" destOrd="0" presId="urn:microsoft.com/office/officeart/2008/layout/LinedList"/>
    <dgm:cxn modelId="{0F993501-CD8C-44D1-880C-7B0E2884352F}" type="presParOf" srcId="{0470816B-70FF-45FA-8779-31E0C8158F6B}" destId="{85CDE1EC-1709-40E3-8029-59C39E21A722}" srcOrd="2" destOrd="0" presId="urn:microsoft.com/office/officeart/2008/layout/LinedList"/>
    <dgm:cxn modelId="{F8140895-B7C5-4E95-9D4B-43C5162FA535}" type="presParOf" srcId="{020856CB-E5C6-451B-8BB0-192FAC1D2662}" destId="{559D9AE0-A637-46BE-AC00-48A9EDBCE4B2}" srcOrd="5" destOrd="0" presId="urn:microsoft.com/office/officeart/2008/layout/LinedList"/>
    <dgm:cxn modelId="{063DC08A-0B60-421A-830B-AA747852192B}" type="presParOf" srcId="{020856CB-E5C6-451B-8BB0-192FAC1D2662}" destId="{AFDE4B46-A537-48C2-AAC8-608A176160AD}" srcOrd="6" destOrd="0" presId="urn:microsoft.com/office/officeart/2008/layout/LinedList"/>
    <dgm:cxn modelId="{9FCB8177-809F-4219-B7F3-F53ACEC05049}" type="presParOf" srcId="{020856CB-E5C6-451B-8BB0-192FAC1D2662}" destId="{1E7EAA2A-AFC1-4883-9911-C9399C397E72}" srcOrd="7" destOrd="0" presId="urn:microsoft.com/office/officeart/2008/layout/LinedList"/>
    <dgm:cxn modelId="{F4E972BC-1A86-4AAE-B686-36DED7D57CD7}" type="presParOf" srcId="{1E7EAA2A-AFC1-4883-9911-C9399C397E72}" destId="{654042E4-6047-40DE-8167-0A9C641E7CA0}" srcOrd="0" destOrd="0" presId="urn:microsoft.com/office/officeart/2008/layout/LinedList"/>
    <dgm:cxn modelId="{BA4E7C8A-4947-4213-8F1D-D45DE0562E11}" type="presParOf" srcId="{1E7EAA2A-AFC1-4883-9911-C9399C397E72}" destId="{C53C02DB-E5E2-444F-91E2-F32701844009}" srcOrd="1" destOrd="0" presId="urn:microsoft.com/office/officeart/2008/layout/LinedList"/>
    <dgm:cxn modelId="{DE1C9ECF-B71C-4F38-83C3-76452E2B82D5}" type="presParOf" srcId="{1E7EAA2A-AFC1-4883-9911-C9399C397E72}" destId="{2252D268-910A-40B6-8774-70100A8531F7}" srcOrd="2" destOrd="0" presId="urn:microsoft.com/office/officeart/2008/layout/LinedList"/>
    <dgm:cxn modelId="{C2696AC6-0AA8-4229-90E6-555ED4C74B2F}" type="presParOf" srcId="{020856CB-E5C6-451B-8BB0-192FAC1D2662}" destId="{C95FFD9D-7C10-451A-A088-63F0FA3F2553}" srcOrd="8" destOrd="0" presId="urn:microsoft.com/office/officeart/2008/layout/LinedList"/>
    <dgm:cxn modelId="{5270FA57-7651-419C-947A-CEC0CC709288}" type="presParOf" srcId="{020856CB-E5C6-451B-8BB0-192FAC1D2662}" destId="{74C45FC4-B676-497D-A398-46374CDE2EF6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91BC95D-49EE-42C4-9719-189D06F7E36A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2C120CB-F9C5-4999-A909-F79C6FEAA287}">
      <dgm:prSet/>
      <dgm:spPr/>
      <dgm:t>
        <a:bodyPr/>
        <a:lstStyle/>
        <a:p>
          <a:r>
            <a:rPr lang="en-US" dirty="0"/>
            <a:t>Monitoring:</a:t>
          </a:r>
        </a:p>
      </dgm:t>
    </dgm:pt>
    <dgm:pt modelId="{7B43D776-64D2-4870-A59E-52B5137A76FC}" type="parTrans" cxnId="{4CFD9C84-E9FD-4C8C-B421-4EC8AF049304}">
      <dgm:prSet/>
      <dgm:spPr/>
      <dgm:t>
        <a:bodyPr/>
        <a:lstStyle/>
        <a:p>
          <a:endParaRPr lang="en-US"/>
        </a:p>
      </dgm:t>
    </dgm:pt>
    <dgm:pt modelId="{DE514219-0707-4DC5-A378-12E72DA86200}" type="sibTrans" cxnId="{4CFD9C84-E9FD-4C8C-B421-4EC8AF049304}">
      <dgm:prSet/>
      <dgm:spPr/>
      <dgm:t>
        <a:bodyPr/>
        <a:lstStyle/>
        <a:p>
          <a:endParaRPr lang="en-US"/>
        </a:p>
      </dgm:t>
    </dgm:pt>
    <dgm:pt modelId="{83E06814-69F7-4846-B203-D9401A0BA908}">
      <dgm:prSet/>
      <dgm:spPr/>
      <dgm:t>
        <a:bodyPr/>
        <a:lstStyle/>
        <a:p>
          <a:r>
            <a:rPr lang="en-US" b="1" dirty="0"/>
            <a:t>Track</a:t>
          </a:r>
          <a:r>
            <a:rPr lang="en-US" dirty="0"/>
            <a:t> Recall (primary), Precision, F1 weekly.</a:t>
          </a:r>
        </a:p>
      </dgm:t>
    </dgm:pt>
    <dgm:pt modelId="{855D64A4-762E-4C8F-B209-0B241F146461}" type="parTrans" cxnId="{1FCB4631-84BC-4DAF-B389-70D37CD337D0}">
      <dgm:prSet/>
      <dgm:spPr/>
      <dgm:t>
        <a:bodyPr/>
        <a:lstStyle/>
        <a:p>
          <a:endParaRPr lang="en-US"/>
        </a:p>
      </dgm:t>
    </dgm:pt>
    <dgm:pt modelId="{C4E3B714-CCCA-497B-A731-B628750406A8}" type="sibTrans" cxnId="{1FCB4631-84BC-4DAF-B389-70D37CD337D0}">
      <dgm:prSet/>
      <dgm:spPr/>
      <dgm:t>
        <a:bodyPr/>
        <a:lstStyle/>
        <a:p>
          <a:endParaRPr lang="en-US"/>
        </a:p>
      </dgm:t>
    </dgm:pt>
    <dgm:pt modelId="{531B0442-4555-4097-B049-6C958CF878D1}">
      <dgm:prSet/>
      <dgm:spPr/>
      <dgm:t>
        <a:bodyPr/>
        <a:lstStyle/>
        <a:p>
          <a:r>
            <a:rPr lang="en-US" dirty="0"/>
            <a:t>Ensure </a:t>
          </a:r>
          <a:r>
            <a:rPr lang="en-US" b="1" i="0" dirty="0"/>
            <a:t>precise</a:t>
          </a:r>
          <a:r>
            <a:rPr lang="en-US" b="1" dirty="0"/>
            <a:t> labeling </a:t>
          </a:r>
          <a:r>
            <a:rPr lang="en-US" dirty="0"/>
            <a:t>to strengthen model signals.</a:t>
          </a:r>
        </a:p>
      </dgm:t>
    </dgm:pt>
    <dgm:pt modelId="{02A3EC23-D314-46EC-8A5D-6FFE202E7BD6}" type="parTrans" cxnId="{D4D3571A-1815-41A1-94E7-3BA8083CF518}">
      <dgm:prSet/>
      <dgm:spPr/>
      <dgm:t>
        <a:bodyPr/>
        <a:lstStyle/>
        <a:p>
          <a:endParaRPr lang="en-US"/>
        </a:p>
      </dgm:t>
    </dgm:pt>
    <dgm:pt modelId="{495AA3AE-B254-4692-94B3-704E86FF2ED0}" type="sibTrans" cxnId="{D4D3571A-1815-41A1-94E7-3BA8083CF518}">
      <dgm:prSet/>
      <dgm:spPr/>
      <dgm:t>
        <a:bodyPr/>
        <a:lstStyle/>
        <a:p>
          <a:endParaRPr lang="en-US"/>
        </a:p>
      </dgm:t>
    </dgm:pt>
    <dgm:pt modelId="{694E0B7E-3B25-4C8C-A35A-DC4AF2A3DE49}">
      <dgm:prSet/>
      <dgm:spPr/>
      <dgm:t>
        <a:bodyPr/>
        <a:lstStyle/>
        <a:p>
          <a:r>
            <a:rPr lang="en-US" dirty="0"/>
            <a:t>To Enhance:</a:t>
          </a:r>
        </a:p>
      </dgm:t>
    </dgm:pt>
    <dgm:pt modelId="{5EC0EF57-A63A-4BCD-BB2A-F8D651A0A3BD}" type="parTrans" cxnId="{092DDFA1-1C2F-4965-A3C0-74BBE7015CC5}">
      <dgm:prSet/>
      <dgm:spPr/>
      <dgm:t>
        <a:bodyPr/>
        <a:lstStyle/>
        <a:p>
          <a:endParaRPr lang="en-US"/>
        </a:p>
      </dgm:t>
    </dgm:pt>
    <dgm:pt modelId="{6DF0F518-704F-4360-8353-5631C8E3A7F0}" type="sibTrans" cxnId="{092DDFA1-1C2F-4965-A3C0-74BBE7015CC5}">
      <dgm:prSet/>
      <dgm:spPr/>
      <dgm:t>
        <a:bodyPr/>
        <a:lstStyle/>
        <a:p>
          <a:endParaRPr lang="en-US"/>
        </a:p>
      </dgm:t>
    </dgm:pt>
    <dgm:pt modelId="{58481470-6369-4F4F-B3B6-789F8B5CFA2E}">
      <dgm:prSet/>
      <dgm:spPr/>
      <dgm:t>
        <a:bodyPr/>
        <a:lstStyle/>
        <a:p>
          <a:r>
            <a:rPr lang="en-US" b="1" dirty="0"/>
            <a:t>Collect</a:t>
          </a:r>
          <a:r>
            <a:rPr lang="en-US" dirty="0"/>
            <a:t> more data.</a:t>
          </a:r>
        </a:p>
      </dgm:t>
    </dgm:pt>
    <dgm:pt modelId="{7C8EAA67-C689-45FC-9F73-E3C63E2EA06B}" type="parTrans" cxnId="{274CB6B1-EDEB-460D-9397-40B6690B0EA5}">
      <dgm:prSet/>
      <dgm:spPr/>
      <dgm:t>
        <a:bodyPr/>
        <a:lstStyle/>
        <a:p>
          <a:endParaRPr lang="en-US"/>
        </a:p>
      </dgm:t>
    </dgm:pt>
    <dgm:pt modelId="{56954C9F-C1DC-40DD-BA0F-2E6207F2A311}" type="sibTrans" cxnId="{274CB6B1-EDEB-460D-9397-40B6690B0EA5}">
      <dgm:prSet/>
      <dgm:spPr/>
      <dgm:t>
        <a:bodyPr/>
        <a:lstStyle/>
        <a:p>
          <a:endParaRPr lang="en-US"/>
        </a:p>
      </dgm:t>
    </dgm:pt>
    <dgm:pt modelId="{0A0C3CC1-51C1-4FE6-A3D5-AC83C0C821E3}">
      <dgm:prSet/>
      <dgm:spPr/>
      <dgm:t>
        <a:bodyPr/>
        <a:lstStyle/>
        <a:p>
          <a:r>
            <a:rPr lang="en-US" b="1" dirty="0"/>
            <a:t>Complete</a:t>
          </a:r>
          <a:r>
            <a:rPr lang="en-US" dirty="0"/>
            <a:t> the missing features for the 52 rows .</a:t>
          </a:r>
        </a:p>
      </dgm:t>
    </dgm:pt>
    <dgm:pt modelId="{9C1A2F8A-E31D-453F-B1B4-4B5B6FAB29F2}" type="parTrans" cxnId="{DEBDC5D4-7D8C-4A5E-98A5-3B2FA3AD9DAE}">
      <dgm:prSet/>
      <dgm:spPr/>
      <dgm:t>
        <a:bodyPr/>
        <a:lstStyle/>
        <a:p>
          <a:endParaRPr lang="en-US"/>
        </a:p>
      </dgm:t>
    </dgm:pt>
    <dgm:pt modelId="{1B175ED1-6311-45E9-9832-92AB30F8DB15}" type="sibTrans" cxnId="{DEBDC5D4-7D8C-4A5E-98A5-3B2FA3AD9DAE}">
      <dgm:prSet/>
      <dgm:spPr/>
      <dgm:t>
        <a:bodyPr/>
        <a:lstStyle/>
        <a:p>
          <a:endParaRPr lang="en-US"/>
        </a:p>
      </dgm:t>
    </dgm:pt>
    <dgm:pt modelId="{BF448FAC-8662-4DF0-A4A8-DD0321126085}">
      <dgm:prSet/>
      <dgm:spPr/>
      <dgm:t>
        <a:bodyPr/>
        <a:lstStyle/>
        <a:p>
          <a:r>
            <a:rPr lang="en-US" b="1" dirty="0"/>
            <a:t>Expand</a:t>
          </a:r>
          <a:r>
            <a:rPr lang="en-US" dirty="0"/>
            <a:t> dataset (user engagement, preparation time).</a:t>
          </a:r>
        </a:p>
      </dgm:t>
    </dgm:pt>
    <dgm:pt modelId="{86F61772-8966-48CC-B470-0282DC609537}" type="parTrans" cxnId="{3E15F6A6-7CF7-46D0-93CA-16AE8E9E890B}">
      <dgm:prSet/>
      <dgm:spPr/>
      <dgm:t>
        <a:bodyPr/>
        <a:lstStyle/>
        <a:p>
          <a:endParaRPr lang="en-US"/>
        </a:p>
      </dgm:t>
    </dgm:pt>
    <dgm:pt modelId="{A8CDA4CB-9D1C-41D9-ADF4-BABAD6215D3D}" type="sibTrans" cxnId="{3E15F6A6-7CF7-46D0-93CA-16AE8E9E890B}">
      <dgm:prSet/>
      <dgm:spPr/>
      <dgm:t>
        <a:bodyPr/>
        <a:lstStyle/>
        <a:p>
          <a:endParaRPr lang="en-US"/>
        </a:p>
      </dgm:t>
    </dgm:pt>
    <dgm:pt modelId="{E784869A-A9FB-4CBE-8909-A90E8F6CDCCE}">
      <dgm:prSet/>
      <dgm:spPr/>
      <dgm:t>
        <a:bodyPr/>
        <a:lstStyle/>
        <a:p>
          <a:r>
            <a:rPr lang="en-US" b="1" dirty="0"/>
            <a:t>Clustering</a:t>
          </a:r>
          <a:r>
            <a:rPr lang="en-US" dirty="0"/>
            <a:t>: Collect user info to shift from “popular” to “popular for this category of users”</a:t>
          </a:r>
        </a:p>
      </dgm:t>
    </dgm:pt>
    <dgm:pt modelId="{47D0357B-A855-49AF-85A0-73FF4411E374}" type="sibTrans" cxnId="{F848BEC6-CC07-4B3B-BB81-8F2163FA8699}">
      <dgm:prSet/>
      <dgm:spPr/>
      <dgm:t>
        <a:bodyPr/>
        <a:lstStyle/>
        <a:p>
          <a:endParaRPr lang="en-US"/>
        </a:p>
      </dgm:t>
    </dgm:pt>
    <dgm:pt modelId="{48D3F1C0-244D-4629-8805-AABB059BEA91}" type="parTrans" cxnId="{F848BEC6-CC07-4B3B-BB81-8F2163FA8699}">
      <dgm:prSet/>
      <dgm:spPr/>
      <dgm:t>
        <a:bodyPr/>
        <a:lstStyle/>
        <a:p>
          <a:endParaRPr lang="en-US"/>
        </a:p>
      </dgm:t>
    </dgm:pt>
    <dgm:pt modelId="{8B81DB18-A24B-43B2-9E9A-798AE9D853CD}">
      <dgm:prSet/>
      <dgm:spPr/>
      <dgm:t>
        <a:bodyPr/>
        <a:lstStyle/>
        <a:p>
          <a:pPr>
            <a:buNone/>
          </a:pPr>
          <a:r>
            <a:rPr lang="en-US" b="0" dirty="0"/>
            <a:t>A/B Testing </a:t>
          </a:r>
          <a:r>
            <a:rPr lang="en-US" dirty="0"/>
            <a:t>: </a:t>
          </a:r>
          <a:r>
            <a:rPr lang="en-US" b="1" dirty="0"/>
            <a:t>Compare</a:t>
          </a:r>
          <a:r>
            <a:rPr lang="en-US" dirty="0"/>
            <a:t> model-driven selections vs. current curation to measure uplift.</a:t>
          </a:r>
        </a:p>
      </dgm:t>
    </dgm:pt>
    <dgm:pt modelId="{4D54B7DE-9ABB-4175-A315-21AF6E2A1691}" type="parTrans" cxnId="{D6AA9682-03CB-48F6-9892-43517894CAF6}">
      <dgm:prSet/>
      <dgm:spPr/>
      <dgm:t>
        <a:bodyPr/>
        <a:lstStyle/>
        <a:p>
          <a:endParaRPr lang="en-US"/>
        </a:p>
      </dgm:t>
    </dgm:pt>
    <dgm:pt modelId="{A9D103AE-63F2-4AD5-8400-8C684958EEB4}" type="sibTrans" cxnId="{D6AA9682-03CB-48F6-9892-43517894CAF6}">
      <dgm:prSet/>
      <dgm:spPr/>
      <dgm:t>
        <a:bodyPr/>
        <a:lstStyle/>
        <a:p>
          <a:endParaRPr lang="en-US"/>
        </a:p>
      </dgm:t>
    </dgm:pt>
    <dgm:pt modelId="{20A64FBA-2D23-4BA9-A4E8-5BEC2B2BC8FE}" type="pres">
      <dgm:prSet presAssocID="{E91BC95D-49EE-42C4-9719-189D06F7E36A}" presName="vert0" presStyleCnt="0">
        <dgm:presLayoutVars>
          <dgm:dir/>
          <dgm:animOne val="branch"/>
          <dgm:animLvl val="lvl"/>
        </dgm:presLayoutVars>
      </dgm:prSet>
      <dgm:spPr/>
    </dgm:pt>
    <dgm:pt modelId="{F21F60B6-60E4-44FD-91E2-028B5A452E1E}" type="pres">
      <dgm:prSet presAssocID="{B2C120CB-F9C5-4999-A909-F79C6FEAA287}" presName="thickLine" presStyleLbl="alignNode1" presStyleIdx="0" presStyleCnt="2"/>
      <dgm:spPr/>
    </dgm:pt>
    <dgm:pt modelId="{641BAE9C-DE68-4D40-A53A-F9C607F548F9}" type="pres">
      <dgm:prSet presAssocID="{B2C120CB-F9C5-4999-A909-F79C6FEAA287}" presName="horz1" presStyleCnt="0"/>
      <dgm:spPr/>
    </dgm:pt>
    <dgm:pt modelId="{E2A4B201-1643-4BD7-902D-B3281E857BB4}" type="pres">
      <dgm:prSet presAssocID="{B2C120CB-F9C5-4999-A909-F79C6FEAA287}" presName="tx1" presStyleLbl="revTx" presStyleIdx="0" presStyleCnt="9"/>
      <dgm:spPr/>
    </dgm:pt>
    <dgm:pt modelId="{0FCBFA15-78CF-4055-9AAB-7825B376E219}" type="pres">
      <dgm:prSet presAssocID="{B2C120CB-F9C5-4999-A909-F79C6FEAA287}" presName="vert1" presStyleCnt="0"/>
      <dgm:spPr/>
    </dgm:pt>
    <dgm:pt modelId="{66088F3F-4005-4B7C-836F-F5BD9CDD4555}" type="pres">
      <dgm:prSet presAssocID="{83E06814-69F7-4846-B203-D9401A0BA908}" presName="vertSpace2a" presStyleCnt="0"/>
      <dgm:spPr/>
    </dgm:pt>
    <dgm:pt modelId="{3552E70A-E5C1-433D-BDC8-76C4717FC5BF}" type="pres">
      <dgm:prSet presAssocID="{83E06814-69F7-4846-B203-D9401A0BA908}" presName="horz2" presStyleCnt="0"/>
      <dgm:spPr/>
    </dgm:pt>
    <dgm:pt modelId="{0F789E5D-6609-4313-A1D8-E51C0E55ADB8}" type="pres">
      <dgm:prSet presAssocID="{83E06814-69F7-4846-B203-D9401A0BA908}" presName="horzSpace2" presStyleCnt="0"/>
      <dgm:spPr/>
    </dgm:pt>
    <dgm:pt modelId="{0B48755E-E143-4127-97B0-DBFA010712CE}" type="pres">
      <dgm:prSet presAssocID="{83E06814-69F7-4846-B203-D9401A0BA908}" presName="tx2" presStyleLbl="revTx" presStyleIdx="1" presStyleCnt="9"/>
      <dgm:spPr/>
    </dgm:pt>
    <dgm:pt modelId="{F90A0973-A424-4FA9-8779-B47F60B426F2}" type="pres">
      <dgm:prSet presAssocID="{83E06814-69F7-4846-B203-D9401A0BA908}" presName="vert2" presStyleCnt="0"/>
      <dgm:spPr/>
    </dgm:pt>
    <dgm:pt modelId="{B0A9596A-A125-4E20-A6D1-4E37AC4006E6}" type="pres">
      <dgm:prSet presAssocID="{83E06814-69F7-4846-B203-D9401A0BA908}" presName="thinLine2b" presStyleLbl="callout" presStyleIdx="0" presStyleCnt="7"/>
      <dgm:spPr/>
    </dgm:pt>
    <dgm:pt modelId="{0161D85C-7BBE-4EB5-A48F-FE31B35C06B0}" type="pres">
      <dgm:prSet presAssocID="{83E06814-69F7-4846-B203-D9401A0BA908}" presName="vertSpace2b" presStyleCnt="0"/>
      <dgm:spPr/>
    </dgm:pt>
    <dgm:pt modelId="{60A74CE4-1F9D-4878-B3CC-5F4D543DA40F}" type="pres">
      <dgm:prSet presAssocID="{531B0442-4555-4097-B049-6C958CF878D1}" presName="horz2" presStyleCnt="0"/>
      <dgm:spPr/>
    </dgm:pt>
    <dgm:pt modelId="{C274E0D7-5150-4EB9-89C7-822E218BE96C}" type="pres">
      <dgm:prSet presAssocID="{531B0442-4555-4097-B049-6C958CF878D1}" presName="horzSpace2" presStyleCnt="0"/>
      <dgm:spPr/>
    </dgm:pt>
    <dgm:pt modelId="{F233CB34-974B-4063-AD42-D0DD2332EC31}" type="pres">
      <dgm:prSet presAssocID="{531B0442-4555-4097-B049-6C958CF878D1}" presName="tx2" presStyleLbl="revTx" presStyleIdx="2" presStyleCnt="9"/>
      <dgm:spPr/>
    </dgm:pt>
    <dgm:pt modelId="{FE4E3592-0961-4A31-A68D-903F45C6096E}" type="pres">
      <dgm:prSet presAssocID="{531B0442-4555-4097-B049-6C958CF878D1}" presName="vert2" presStyleCnt="0"/>
      <dgm:spPr/>
    </dgm:pt>
    <dgm:pt modelId="{AE2FACE4-8016-4661-A841-9B8C8C3BC6DC}" type="pres">
      <dgm:prSet presAssocID="{531B0442-4555-4097-B049-6C958CF878D1}" presName="thinLine2b" presStyleLbl="callout" presStyleIdx="1" presStyleCnt="7"/>
      <dgm:spPr/>
    </dgm:pt>
    <dgm:pt modelId="{B6DADFAD-E245-42D6-940C-6AB233DDF270}" type="pres">
      <dgm:prSet presAssocID="{531B0442-4555-4097-B049-6C958CF878D1}" presName="vertSpace2b" presStyleCnt="0"/>
      <dgm:spPr/>
    </dgm:pt>
    <dgm:pt modelId="{C258A69D-DE31-4C62-8873-BE2413DE3C67}" type="pres">
      <dgm:prSet presAssocID="{8B81DB18-A24B-43B2-9E9A-798AE9D853CD}" presName="horz2" presStyleCnt="0"/>
      <dgm:spPr/>
    </dgm:pt>
    <dgm:pt modelId="{213C5A19-7882-4CB1-B16D-B244236236CF}" type="pres">
      <dgm:prSet presAssocID="{8B81DB18-A24B-43B2-9E9A-798AE9D853CD}" presName="horzSpace2" presStyleCnt="0"/>
      <dgm:spPr/>
    </dgm:pt>
    <dgm:pt modelId="{BB6B2D3B-9C70-40C2-8A30-0F82BDFAA7A2}" type="pres">
      <dgm:prSet presAssocID="{8B81DB18-A24B-43B2-9E9A-798AE9D853CD}" presName="tx2" presStyleLbl="revTx" presStyleIdx="3" presStyleCnt="9"/>
      <dgm:spPr/>
    </dgm:pt>
    <dgm:pt modelId="{699485C8-F838-4AB5-B450-DC492C9DC98E}" type="pres">
      <dgm:prSet presAssocID="{8B81DB18-A24B-43B2-9E9A-798AE9D853CD}" presName="vert2" presStyleCnt="0"/>
      <dgm:spPr/>
    </dgm:pt>
    <dgm:pt modelId="{6BE84311-8FA6-4E91-AE09-E5400C56A284}" type="pres">
      <dgm:prSet presAssocID="{8B81DB18-A24B-43B2-9E9A-798AE9D853CD}" presName="thinLine2b" presStyleLbl="callout" presStyleIdx="2" presStyleCnt="7"/>
      <dgm:spPr/>
    </dgm:pt>
    <dgm:pt modelId="{42D324F4-455D-4E46-9001-52942F188BCC}" type="pres">
      <dgm:prSet presAssocID="{8B81DB18-A24B-43B2-9E9A-798AE9D853CD}" presName="vertSpace2b" presStyleCnt="0"/>
      <dgm:spPr/>
    </dgm:pt>
    <dgm:pt modelId="{7AEF22FA-B9E2-4DFD-9D95-A36B8741EA0E}" type="pres">
      <dgm:prSet presAssocID="{694E0B7E-3B25-4C8C-A35A-DC4AF2A3DE49}" presName="thickLine" presStyleLbl="alignNode1" presStyleIdx="1" presStyleCnt="2"/>
      <dgm:spPr/>
    </dgm:pt>
    <dgm:pt modelId="{87DA1B2D-A137-4EFD-9908-377259FC408B}" type="pres">
      <dgm:prSet presAssocID="{694E0B7E-3B25-4C8C-A35A-DC4AF2A3DE49}" presName="horz1" presStyleCnt="0"/>
      <dgm:spPr/>
    </dgm:pt>
    <dgm:pt modelId="{67DBB2F6-AC94-48C3-9B36-51F807A78B7C}" type="pres">
      <dgm:prSet presAssocID="{694E0B7E-3B25-4C8C-A35A-DC4AF2A3DE49}" presName="tx1" presStyleLbl="revTx" presStyleIdx="4" presStyleCnt="9"/>
      <dgm:spPr/>
    </dgm:pt>
    <dgm:pt modelId="{020856CB-E5C6-451B-8BB0-192FAC1D2662}" type="pres">
      <dgm:prSet presAssocID="{694E0B7E-3B25-4C8C-A35A-DC4AF2A3DE49}" presName="vert1" presStyleCnt="0"/>
      <dgm:spPr/>
    </dgm:pt>
    <dgm:pt modelId="{6D05323A-F1A8-4A1C-8E4D-9EAF340D1778}" type="pres">
      <dgm:prSet presAssocID="{58481470-6369-4F4F-B3B6-789F8B5CFA2E}" presName="vertSpace2a" presStyleCnt="0"/>
      <dgm:spPr/>
    </dgm:pt>
    <dgm:pt modelId="{CC669264-D3CF-43BE-A91D-9B72DCD34A9B}" type="pres">
      <dgm:prSet presAssocID="{58481470-6369-4F4F-B3B6-789F8B5CFA2E}" presName="horz2" presStyleCnt="0"/>
      <dgm:spPr/>
    </dgm:pt>
    <dgm:pt modelId="{AF821C37-80E5-4441-8E0E-3B6F004965E8}" type="pres">
      <dgm:prSet presAssocID="{58481470-6369-4F4F-B3B6-789F8B5CFA2E}" presName="horzSpace2" presStyleCnt="0"/>
      <dgm:spPr/>
    </dgm:pt>
    <dgm:pt modelId="{DD1835CF-FDF4-4C9C-A3A4-58DCD42DE142}" type="pres">
      <dgm:prSet presAssocID="{58481470-6369-4F4F-B3B6-789F8B5CFA2E}" presName="tx2" presStyleLbl="revTx" presStyleIdx="5" presStyleCnt="9"/>
      <dgm:spPr/>
    </dgm:pt>
    <dgm:pt modelId="{2920B067-A5F3-46F2-975C-8565938FC40A}" type="pres">
      <dgm:prSet presAssocID="{58481470-6369-4F4F-B3B6-789F8B5CFA2E}" presName="vert2" presStyleCnt="0"/>
      <dgm:spPr/>
    </dgm:pt>
    <dgm:pt modelId="{80ECFE7C-8187-4841-862E-193464E658B7}" type="pres">
      <dgm:prSet presAssocID="{58481470-6369-4F4F-B3B6-789F8B5CFA2E}" presName="thinLine2b" presStyleLbl="callout" presStyleIdx="3" presStyleCnt="7"/>
      <dgm:spPr/>
    </dgm:pt>
    <dgm:pt modelId="{35811BC1-6394-4EE3-9B9E-7262A0550512}" type="pres">
      <dgm:prSet presAssocID="{58481470-6369-4F4F-B3B6-789F8B5CFA2E}" presName="vertSpace2b" presStyleCnt="0"/>
      <dgm:spPr/>
    </dgm:pt>
    <dgm:pt modelId="{0470816B-70FF-45FA-8779-31E0C8158F6B}" type="pres">
      <dgm:prSet presAssocID="{0A0C3CC1-51C1-4FE6-A3D5-AC83C0C821E3}" presName="horz2" presStyleCnt="0"/>
      <dgm:spPr/>
    </dgm:pt>
    <dgm:pt modelId="{DE9AE8FE-7153-4746-8631-844330B9E906}" type="pres">
      <dgm:prSet presAssocID="{0A0C3CC1-51C1-4FE6-A3D5-AC83C0C821E3}" presName="horzSpace2" presStyleCnt="0"/>
      <dgm:spPr/>
    </dgm:pt>
    <dgm:pt modelId="{DAD3DD4E-844F-4AFD-90AD-B4255396B922}" type="pres">
      <dgm:prSet presAssocID="{0A0C3CC1-51C1-4FE6-A3D5-AC83C0C821E3}" presName="tx2" presStyleLbl="revTx" presStyleIdx="6" presStyleCnt="9"/>
      <dgm:spPr/>
    </dgm:pt>
    <dgm:pt modelId="{85CDE1EC-1709-40E3-8029-59C39E21A722}" type="pres">
      <dgm:prSet presAssocID="{0A0C3CC1-51C1-4FE6-A3D5-AC83C0C821E3}" presName="vert2" presStyleCnt="0"/>
      <dgm:spPr/>
    </dgm:pt>
    <dgm:pt modelId="{559D9AE0-A637-46BE-AC00-48A9EDBCE4B2}" type="pres">
      <dgm:prSet presAssocID="{0A0C3CC1-51C1-4FE6-A3D5-AC83C0C821E3}" presName="thinLine2b" presStyleLbl="callout" presStyleIdx="4" presStyleCnt="7"/>
      <dgm:spPr/>
    </dgm:pt>
    <dgm:pt modelId="{AFDE4B46-A537-48C2-AAC8-608A176160AD}" type="pres">
      <dgm:prSet presAssocID="{0A0C3CC1-51C1-4FE6-A3D5-AC83C0C821E3}" presName="vertSpace2b" presStyleCnt="0"/>
      <dgm:spPr/>
    </dgm:pt>
    <dgm:pt modelId="{1E7EAA2A-AFC1-4883-9911-C9399C397E72}" type="pres">
      <dgm:prSet presAssocID="{BF448FAC-8662-4DF0-A4A8-DD0321126085}" presName="horz2" presStyleCnt="0"/>
      <dgm:spPr/>
    </dgm:pt>
    <dgm:pt modelId="{654042E4-6047-40DE-8167-0A9C641E7CA0}" type="pres">
      <dgm:prSet presAssocID="{BF448FAC-8662-4DF0-A4A8-DD0321126085}" presName="horzSpace2" presStyleCnt="0"/>
      <dgm:spPr/>
    </dgm:pt>
    <dgm:pt modelId="{C53C02DB-E5E2-444F-91E2-F32701844009}" type="pres">
      <dgm:prSet presAssocID="{BF448FAC-8662-4DF0-A4A8-DD0321126085}" presName="tx2" presStyleLbl="revTx" presStyleIdx="7" presStyleCnt="9"/>
      <dgm:spPr/>
    </dgm:pt>
    <dgm:pt modelId="{2252D268-910A-40B6-8774-70100A8531F7}" type="pres">
      <dgm:prSet presAssocID="{BF448FAC-8662-4DF0-A4A8-DD0321126085}" presName="vert2" presStyleCnt="0"/>
      <dgm:spPr/>
    </dgm:pt>
    <dgm:pt modelId="{C95FFD9D-7C10-451A-A088-63F0FA3F2553}" type="pres">
      <dgm:prSet presAssocID="{BF448FAC-8662-4DF0-A4A8-DD0321126085}" presName="thinLine2b" presStyleLbl="callout" presStyleIdx="5" presStyleCnt="7"/>
      <dgm:spPr/>
    </dgm:pt>
    <dgm:pt modelId="{74C45FC4-B676-497D-A398-46374CDE2EF6}" type="pres">
      <dgm:prSet presAssocID="{BF448FAC-8662-4DF0-A4A8-DD0321126085}" presName="vertSpace2b" presStyleCnt="0"/>
      <dgm:spPr/>
    </dgm:pt>
    <dgm:pt modelId="{818774CB-DC3E-41B4-B614-BF89D6AB2B39}" type="pres">
      <dgm:prSet presAssocID="{E784869A-A9FB-4CBE-8909-A90E8F6CDCCE}" presName="horz2" presStyleCnt="0"/>
      <dgm:spPr/>
    </dgm:pt>
    <dgm:pt modelId="{2453C944-B6B7-4392-B61B-3EBAC6A487AF}" type="pres">
      <dgm:prSet presAssocID="{E784869A-A9FB-4CBE-8909-A90E8F6CDCCE}" presName="horzSpace2" presStyleCnt="0"/>
      <dgm:spPr/>
    </dgm:pt>
    <dgm:pt modelId="{AB7FB40A-CBC5-4E1B-B090-09044CDA5A7E}" type="pres">
      <dgm:prSet presAssocID="{E784869A-A9FB-4CBE-8909-A90E8F6CDCCE}" presName="tx2" presStyleLbl="revTx" presStyleIdx="8" presStyleCnt="9"/>
      <dgm:spPr/>
    </dgm:pt>
    <dgm:pt modelId="{A1237208-118C-43EE-9B3E-D63437E66793}" type="pres">
      <dgm:prSet presAssocID="{E784869A-A9FB-4CBE-8909-A90E8F6CDCCE}" presName="vert2" presStyleCnt="0"/>
      <dgm:spPr/>
    </dgm:pt>
    <dgm:pt modelId="{9C2A9A2E-CBE7-4C43-ADCA-B545A065D303}" type="pres">
      <dgm:prSet presAssocID="{E784869A-A9FB-4CBE-8909-A90E8F6CDCCE}" presName="thinLine2b" presStyleLbl="callout" presStyleIdx="6" presStyleCnt="7"/>
      <dgm:spPr/>
    </dgm:pt>
    <dgm:pt modelId="{9F02F3C7-AEC3-4B03-AE36-9D934B742D4E}" type="pres">
      <dgm:prSet presAssocID="{E784869A-A9FB-4CBE-8909-A90E8F6CDCCE}" presName="vertSpace2b" presStyleCnt="0"/>
      <dgm:spPr/>
    </dgm:pt>
  </dgm:ptLst>
  <dgm:cxnLst>
    <dgm:cxn modelId="{60721F0B-8D4F-49CA-8A97-FF061209EE29}" type="presOf" srcId="{E784869A-A9FB-4CBE-8909-A90E8F6CDCCE}" destId="{AB7FB40A-CBC5-4E1B-B090-09044CDA5A7E}" srcOrd="0" destOrd="0" presId="urn:microsoft.com/office/officeart/2008/layout/LinedList"/>
    <dgm:cxn modelId="{D4D3571A-1815-41A1-94E7-3BA8083CF518}" srcId="{B2C120CB-F9C5-4999-A909-F79C6FEAA287}" destId="{531B0442-4555-4097-B049-6C958CF878D1}" srcOrd="1" destOrd="0" parTransId="{02A3EC23-D314-46EC-8A5D-6FFE202E7BD6}" sibTransId="{495AA3AE-B254-4692-94B3-704E86FF2ED0}"/>
    <dgm:cxn modelId="{1FCB4631-84BC-4DAF-B389-70D37CD337D0}" srcId="{B2C120CB-F9C5-4999-A909-F79C6FEAA287}" destId="{83E06814-69F7-4846-B203-D9401A0BA908}" srcOrd="0" destOrd="0" parTransId="{855D64A4-762E-4C8F-B209-0B241F146461}" sibTransId="{C4E3B714-CCCA-497B-A731-B628750406A8}"/>
    <dgm:cxn modelId="{E842DF71-1113-424F-A50D-79C8A79B047C}" type="presOf" srcId="{0A0C3CC1-51C1-4FE6-A3D5-AC83C0C821E3}" destId="{DAD3DD4E-844F-4AFD-90AD-B4255396B922}" srcOrd="0" destOrd="0" presId="urn:microsoft.com/office/officeart/2008/layout/LinedList"/>
    <dgm:cxn modelId="{D6AA9682-03CB-48F6-9892-43517894CAF6}" srcId="{B2C120CB-F9C5-4999-A909-F79C6FEAA287}" destId="{8B81DB18-A24B-43B2-9E9A-798AE9D853CD}" srcOrd="2" destOrd="0" parTransId="{4D54B7DE-9ABB-4175-A315-21AF6E2A1691}" sibTransId="{A9D103AE-63F2-4AD5-8400-8C684958EEB4}"/>
    <dgm:cxn modelId="{4CFD9C84-E9FD-4C8C-B421-4EC8AF049304}" srcId="{E91BC95D-49EE-42C4-9719-189D06F7E36A}" destId="{B2C120CB-F9C5-4999-A909-F79C6FEAA287}" srcOrd="0" destOrd="0" parTransId="{7B43D776-64D2-4870-A59E-52B5137A76FC}" sibTransId="{DE514219-0707-4DC5-A378-12E72DA86200}"/>
    <dgm:cxn modelId="{0C05D388-F08F-40DC-A3E1-466D0BE6AF25}" type="presOf" srcId="{8B81DB18-A24B-43B2-9E9A-798AE9D853CD}" destId="{BB6B2D3B-9C70-40C2-8A30-0F82BDFAA7A2}" srcOrd="0" destOrd="0" presId="urn:microsoft.com/office/officeart/2008/layout/LinedList"/>
    <dgm:cxn modelId="{56B91A8C-31C2-41E8-B579-428737B78EA1}" type="presOf" srcId="{83E06814-69F7-4846-B203-D9401A0BA908}" destId="{0B48755E-E143-4127-97B0-DBFA010712CE}" srcOrd="0" destOrd="0" presId="urn:microsoft.com/office/officeart/2008/layout/LinedList"/>
    <dgm:cxn modelId="{3B91B78D-CAC9-4502-9DCC-66A2AD1051A9}" type="presOf" srcId="{B2C120CB-F9C5-4999-A909-F79C6FEAA287}" destId="{E2A4B201-1643-4BD7-902D-B3281E857BB4}" srcOrd="0" destOrd="0" presId="urn:microsoft.com/office/officeart/2008/layout/LinedList"/>
    <dgm:cxn modelId="{092DDFA1-1C2F-4965-A3C0-74BBE7015CC5}" srcId="{E91BC95D-49EE-42C4-9719-189D06F7E36A}" destId="{694E0B7E-3B25-4C8C-A35A-DC4AF2A3DE49}" srcOrd="1" destOrd="0" parTransId="{5EC0EF57-A63A-4BCD-BB2A-F8D651A0A3BD}" sibTransId="{6DF0F518-704F-4360-8353-5631C8E3A7F0}"/>
    <dgm:cxn modelId="{3E15F6A6-7CF7-46D0-93CA-16AE8E9E890B}" srcId="{694E0B7E-3B25-4C8C-A35A-DC4AF2A3DE49}" destId="{BF448FAC-8662-4DF0-A4A8-DD0321126085}" srcOrd="2" destOrd="0" parTransId="{86F61772-8966-48CC-B470-0282DC609537}" sibTransId="{A8CDA4CB-9D1C-41D9-ADF4-BABAD6215D3D}"/>
    <dgm:cxn modelId="{274CB6B1-EDEB-460D-9397-40B6690B0EA5}" srcId="{694E0B7E-3B25-4C8C-A35A-DC4AF2A3DE49}" destId="{58481470-6369-4F4F-B3B6-789F8B5CFA2E}" srcOrd="0" destOrd="0" parTransId="{7C8EAA67-C689-45FC-9F73-E3C63E2EA06B}" sibTransId="{56954C9F-C1DC-40DD-BA0F-2E6207F2A311}"/>
    <dgm:cxn modelId="{F848BEC6-CC07-4B3B-BB81-8F2163FA8699}" srcId="{694E0B7E-3B25-4C8C-A35A-DC4AF2A3DE49}" destId="{E784869A-A9FB-4CBE-8909-A90E8F6CDCCE}" srcOrd="3" destOrd="0" parTransId="{48D3F1C0-244D-4629-8805-AABB059BEA91}" sibTransId="{47D0357B-A855-49AF-85A0-73FF4411E374}"/>
    <dgm:cxn modelId="{F15A6DCB-FECA-4DA3-9277-69094A80BBFB}" type="presOf" srcId="{E91BC95D-49EE-42C4-9719-189D06F7E36A}" destId="{20A64FBA-2D23-4BA9-A4E8-5BEC2B2BC8FE}" srcOrd="0" destOrd="0" presId="urn:microsoft.com/office/officeart/2008/layout/LinedList"/>
    <dgm:cxn modelId="{7B8956CD-21AC-436C-899B-FDDD88612080}" type="presOf" srcId="{58481470-6369-4F4F-B3B6-789F8B5CFA2E}" destId="{DD1835CF-FDF4-4C9C-A3A4-58DCD42DE142}" srcOrd="0" destOrd="0" presId="urn:microsoft.com/office/officeart/2008/layout/LinedList"/>
    <dgm:cxn modelId="{DEBDC5D4-7D8C-4A5E-98A5-3B2FA3AD9DAE}" srcId="{694E0B7E-3B25-4C8C-A35A-DC4AF2A3DE49}" destId="{0A0C3CC1-51C1-4FE6-A3D5-AC83C0C821E3}" srcOrd="1" destOrd="0" parTransId="{9C1A2F8A-E31D-453F-B1B4-4B5B6FAB29F2}" sibTransId="{1B175ED1-6311-45E9-9832-92AB30F8DB15}"/>
    <dgm:cxn modelId="{8D6941D7-DF19-462F-B005-3C81F8C74546}" type="presOf" srcId="{694E0B7E-3B25-4C8C-A35A-DC4AF2A3DE49}" destId="{67DBB2F6-AC94-48C3-9B36-51F807A78B7C}" srcOrd="0" destOrd="0" presId="urn:microsoft.com/office/officeart/2008/layout/LinedList"/>
    <dgm:cxn modelId="{AB44ADDC-4991-4458-8ACC-F32454E75E8E}" type="presOf" srcId="{531B0442-4555-4097-B049-6C958CF878D1}" destId="{F233CB34-974B-4063-AD42-D0DD2332EC31}" srcOrd="0" destOrd="0" presId="urn:microsoft.com/office/officeart/2008/layout/LinedList"/>
    <dgm:cxn modelId="{8140A5F0-B72F-4D4C-8C45-35C8AEDC2B1F}" type="presOf" srcId="{BF448FAC-8662-4DF0-A4A8-DD0321126085}" destId="{C53C02DB-E5E2-444F-91E2-F32701844009}" srcOrd="0" destOrd="0" presId="urn:microsoft.com/office/officeart/2008/layout/LinedList"/>
    <dgm:cxn modelId="{5946D053-7728-40DF-886E-9080FB4D0FE0}" type="presParOf" srcId="{20A64FBA-2D23-4BA9-A4E8-5BEC2B2BC8FE}" destId="{F21F60B6-60E4-44FD-91E2-028B5A452E1E}" srcOrd="0" destOrd="0" presId="urn:microsoft.com/office/officeart/2008/layout/LinedList"/>
    <dgm:cxn modelId="{F15B120B-627F-4CDD-ADCF-674ACAD00DD3}" type="presParOf" srcId="{20A64FBA-2D23-4BA9-A4E8-5BEC2B2BC8FE}" destId="{641BAE9C-DE68-4D40-A53A-F9C607F548F9}" srcOrd="1" destOrd="0" presId="urn:microsoft.com/office/officeart/2008/layout/LinedList"/>
    <dgm:cxn modelId="{55C10761-920E-4D8E-957D-BEDF8D56C8E1}" type="presParOf" srcId="{641BAE9C-DE68-4D40-A53A-F9C607F548F9}" destId="{E2A4B201-1643-4BD7-902D-B3281E857BB4}" srcOrd="0" destOrd="0" presId="urn:microsoft.com/office/officeart/2008/layout/LinedList"/>
    <dgm:cxn modelId="{A0DB56DE-2210-4C37-B456-64F4613C9B52}" type="presParOf" srcId="{641BAE9C-DE68-4D40-A53A-F9C607F548F9}" destId="{0FCBFA15-78CF-4055-9AAB-7825B376E219}" srcOrd="1" destOrd="0" presId="urn:microsoft.com/office/officeart/2008/layout/LinedList"/>
    <dgm:cxn modelId="{33C60956-B2B7-4447-AD71-0CD0005403A5}" type="presParOf" srcId="{0FCBFA15-78CF-4055-9AAB-7825B376E219}" destId="{66088F3F-4005-4B7C-836F-F5BD9CDD4555}" srcOrd="0" destOrd="0" presId="urn:microsoft.com/office/officeart/2008/layout/LinedList"/>
    <dgm:cxn modelId="{72A0B1C6-B477-4322-864C-1FA9A397BE0C}" type="presParOf" srcId="{0FCBFA15-78CF-4055-9AAB-7825B376E219}" destId="{3552E70A-E5C1-433D-BDC8-76C4717FC5BF}" srcOrd="1" destOrd="0" presId="urn:microsoft.com/office/officeart/2008/layout/LinedList"/>
    <dgm:cxn modelId="{0C5D0D0A-A308-4B1C-B1D7-ECE8F952313E}" type="presParOf" srcId="{3552E70A-E5C1-433D-BDC8-76C4717FC5BF}" destId="{0F789E5D-6609-4313-A1D8-E51C0E55ADB8}" srcOrd="0" destOrd="0" presId="urn:microsoft.com/office/officeart/2008/layout/LinedList"/>
    <dgm:cxn modelId="{C727DC2E-A6BA-400A-80F3-4DCB08846B53}" type="presParOf" srcId="{3552E70A-E5C1-433D-BDC8-76C4717FC5BF}" destId="{0B48755E-E143-4127-97B0-DBFA010712CE}" srcOrd="1" destOrd="0" presId="urn:microsoft.com/office/officeart/2008/layout/LinedList"/>
    <dgm:cxn modelId="{18B1B494-39C6-46B4-8882-7B79EADDEE2C}" type="presParOf" srcId="{3552E70A-E5C1-433D-BDC8-76C4717FC5BF}" destId="{F90A0973-A424-4FA9-8779-B47F60B426F2}" srcOrd="2" destOrd="0" presId="urn:microsoft.com/office/officeart/2008/layout/LinedList"/>
    <dgm:cxn modelId="{AEDFA6AB-CB6B-4CB1-B100-9DFC9F80ABCB}" type="presParOf" srcId="{0FCBFA15-78CF-4055-9AAB-7825B376E219}" destId="{B0A9596A-A125-4E20-A6D1-4E37AC4006E6}" srcOrd="2" destOrd="0" presId="urn:microsoft.com/office/officeart/2008/layout/LinedList"/>
    <dgm:cxn modelId="{465DBE41-60F4-4894-BA2B-F9977E2B75F9}" type="presParOf" srcId="{0FCBFA15-78CF-4055-9AAB-7825B376E219}" destId="{0161D85C-7BBE-4EB5-A48F-FE31B35C06B0}" srcOrd="3" destOrd="0" presId="urn:microsoft.com/office/officeart/2008/layout/LinedList"/>
    <dgm:cxn modelId="{CA2DA942-BCD3-48BB-96C1-6D3413F47BB0}" type="presParOf" srcId="{0FCBFA15-78CF-4055-9AAB-7825B376E219}" destId="{60A74CE4-1F9D-4878-B3CC-5F4D543DA40F}" srcOrd="4" destOrd="0" presId="urn:microsoft.com/office/officeart/2008/layout/LinedList"/>
    <dgm:cxn modelId="{0DFB3775-422A-4C01-9357-5015A3BA7920}" type="presParOf" srcId="{60A74CE4-1F9D-4878-B3CC-5F4D543DA40F}" destId="{C274E0D7-5150-4EB9-89C7-822E218BE96C}" srcOrd="0" destOrd="0" presId="urn:microsoft.com/office/officeart/2008/layout/LinedList"/>
    <dgm:cxn modelId="{81A7173F-2745-4CC9-BE0D-02853EAC0A4C}" type="presParOf" srcId="{60A74CE4-1F9D-4878-B3CC-5F4D543DA40F}" destId="{F233CB34-974B-4063-AD42-D0DD2332EC31}" srcOrd="1" destOrd="0" presId="urn:microsoft.com/office/officeart/2008/layout/LinedList"/>
    <dgm:cxn modelId="{91CF5BDF-610A-425D-B35E-EB73C472B33C}" type="presParOf" srcId="{60A74CE4-1F9D-4878-B3CC-5F4D543DA40F}" destId="{FE4E3592-0961-4A31-A68D-903F45C6096E}" srcOrd="2" destOrd="0" presId="urn:microsoft.com/office/officeart/2008/layout/LinedList"/>
    <dgm:cxn modelId="{AAD7664C-5D0A-485D-A57C-E5A0CA635435}" type="presParOf" srcId="{0FCBFA15-78CF-4055-9AAB-7825B376E219}" destId="{AE2FACE4-8016-4661-A841-9B8C8C3BC6DC}" srcOrd="5" destOrd="0" presId="urn:microsoft.com/office/officeart/2008/layout/LinedList"/>
    <dgm:cxn modelId="{22233E0A-222A-4D33-8066-0B1C95FA67D4}" type="presParOf" srcId="{0FCBFA15-78CF-4055-9AAB-7825B376E219}" destId="{B6DADFAD-E245-42D6-940C-6AB233DDF270}" srcOrd="6" destOrd="0" presId="urn:microsoft.com/office/officeart/2008/layout/LinedList"/>
    <dgm:cxn modelId="{FD724597-00A4-412F-9FD6-3F02508CB837}" type="presParOf" srcId="{0FCBFA15-78CF-4055-9AAB-7825B376E219}" destId="{C258A69D-DE31-4C62-8873-BE2413DE3C67}" srcOrd="7" destOrd="0" presId="urn:microsoft.com/office/officeart/2008/layout/LinedList"/>
    <dgm:cxn modelId="{80238115-AFBD-42F7-B1C9-DBD8D677EE28}" type="presParOf" srcId="{C258A69D-DE31-4C62-8873-BE2413DE3C67}" destId="{213C5A19-7882-4CB1-B16D-B244236236CF}" srcOrd="0" destOrd="0" presId="urn:microsoft.com/office/officeart/2008/layout/LinedList"/>
    <dgm:cxn modelId="{D57B0E1C-6E00-467A-975E-8D20738B5C67}" type="presParOf" srcId="{C258A69D-DE31-4C62-8873-BE2413DE3C67}" destId="{BB6B2D3B-9C70-40C2-8A30-0F82BDFAA7A2}" srcOrd="1" destOrd="0" presId="urn:microsoft.com/office/officeart/2008/layout/LinedList"/>
    <dgm:cxn modelId="{AA965A1F-2C91-4009-B26D-6E0AA20383CA}" type="presParOf" srcId="{C258A69D-DE31-4C62-8873-BE2413DE3C67}" destId="{699485C8-F838-4AB5-B450-DC492C9DC98E}" srcOrd="2" destOrd="0" presId="urn:microsoft.com/office/officeart/2008/layout/LinedList"/>
    <dgm:cxn modelId="{C3180EBA-174B-4045-9999-DDC6AB62C3BD}" type="presParOf" srcId="{0FCBFA15-78CF-4055-9AAB-7825B376E219}" destId="{6BE84311-8FA6-4E91-AE09-E5400C56A284}" srcOrd="8" destOrd="0" presId="urn:microsoft.com/office/officeart/2008/layout/LinedList"/>
    <dgm:cxn modelId="{AAB3F1FB-6C60-43DB-978B-66D5B847E237}" type="presParOf" srcId="{0FCBFA15-78CF-4055-9AAB-7825B376E219}" destId="{42D324F4-455D-4E46-9001-52942F188BCC}" srcOrd="9" destOrd="0" presId="urn:microsoft.com/office/officeart/2008/layout/LinedList"/>
    <dgm:cxn modelId="{8C77F5B4-93F2-4B5D-BE10-DE27EF4661B2}" type="presParOf" srcId="{20A64FBA-2D23-4BA9-A4E8-5BEC2B2BC8FE}" destId="{7AEF22FA-B9E2-4DFD-9D95-A36B8741EA0E}" srcOrd="2" destOrd="0" presId="urn:microsoft.com/office/officeart/2008/layout/LinedList"/>
    <dgm:cxn modelId="{2D49BF99-13D5-4BD1-8F7B-696D17B446DD}" type="presParOf" srcId="{20A64FBA-2D23-4BA9-A4E8-5BEC2B2BC8FE}" destId="{87DA1B2D-A137-4EFD-9908-377259FC408B}" srcOrd="3" destOrd="0" presId="urn:microsoft.com/office/officeart/2008/layout/LinedList"/>
    <dgm:cxn modelId="{7099DDE9-57C8-4D2A-997D-3E5B30476214}" type="presParOf" srcId="{87DA1B2D-A137-4EFD-9908-377259FC408B}" destId="{67DBB2F6-AC94-48C3-9B36-51F807A78B7C}" srcOrd="0" destOrd="0" presId="urn:microsoft.com/office/officeart/2008/layout/LinedList"/>
    <dgm:cxn modelId="{94148958-0BEC-4109-A599-43EA0701C386}" type="presParOf" srcId="{87DA1B2D-A137-4EFD-9908-377259FC408B}" destId="{020856CB-E5C6-451B-8BB0-192FAC1D2662}" srcOrd="1" destOrd="0" presId="urn:microsoft.com/office/officeart/2008/layout/LinedList"/>
    <dgm:cxn modelId="{2BFBA1FF-F2C3-4965-BE4F-4B63CB3CB542}" type="presParOf" srcId="{020856CB-E5C6-451B-8BB0-192FAC1D2662}" destId="{6D05323A-F1A8-4A1C-8E4D-9EAF340D1778}" srcOrd="0" destOrd="0" presId="urn:microsoft.com/office/officeart/2008/layout/LinedList"/>
    <dgm:cxn modelId="{7D5E07F4-1324-47F4-87B5-60326009D83B}" type="presParOf" srcId="{020856CB-E5C6-451B-8BB0-192FAC1D2662}" destId="{CC669264-D3CF-43BE-A91D-9B72DCD34A9B}" srcOrd="1" destOrd="0" presId="urn:microsoft.com/office/officeart/2008/layout/LinedList"/>
    <dgm:cxn modelId="{ED43E853-CF98-4CE0-8B3C-678F4574D067}" type="presParOf" srcId="{CC669264-D3CF-43BE-A91D-9B72DCD34A9B}" destId="{AF821C37-80E5-4441-8E0E-3B6F004965E8}" srcOrd="0" destOrd="0" presId="urn:microsoft.com/office/officeart/2008/layout/LinedList"/>
    <dgm:cxn modelId="{28196FF6-0B21-4C2E-B629-922FEA16A095}" type="presParOf" srcId="{CC669264-D3CF-43BE-A91D-9B72DCD34A9B}" destId="{DD1835CF-FDF4-4C9C-A3A4-58DCD42DE142}" srcOrd="1" destOrd="0" presId="urn:microsoft.com/office/officeart/2008/layout/LinedList"/>
    <dgm:cxn modelId="{802744A1-D89E-486B-BBE2-13A4F6173992}" type="presParOf" srcId="{CC669264-D3CF-43BE-A91D-9B72DCD34A9B}" destId="{2920B067-A5F3-46F2-975C-8565938FC40A}" srcOrd="2" destOrd="0" presId="urn:microsoft.com/office/officeart/2008/layout/LinedList"/>
    <dgm:cxn modelId="{D08788EC-B64A-43B0-B126-49028C04DB13}" type="presParOf" srcId="{020856CB-E5C6-451B-8BB0-192FAC1D2662}" destId="{80ECFE7C-8187-4841-862E-193464E658B7}" srcOrd="2" destOrd="0" presId="urn:microsoft.com/office/officeart/2008/layout/LinedList"/>
    <dgm:cxn modelId="{9CC07A21-0F7F-4D59-8742-20E8ED992632}" type="presParOf" srcId="{020856CB-E5C6-451B-8BB0-192FAC1D2662}" destId="{35811BC1-6394-4EE3-9B9E-7262A0550512}" srcOrd="3" destOrd="0" presId="urn:microsoft.com/office/officeart/2008/layout/LinedList"/>
    <dgm:cxn modelId="{8F66D106-1428-48DF-8669-27B88DB940D3}" type="presParOf" srcId="{020856CB-E5C6-451B-8BB0-192FAC1D2662}" destId="{0470816B-70FF-45FA-8779-31E0C8158F6B}" srcOrd="4" destOrd="0" presId="urn:microsoft.com/office/officeart/2008/layout/LinedList"/>
    <dgm:cxn modelId="{74EB42E8-E882-494B-9F0F-7B8C357F1A70}" type="presParOf" srcId="{0470816B-70FF-45FA-8779-31E0C8158F6B}" destId="{DE9AE8FE-7153-4746-8631-844330B9E906}" srcOrd="0" destOrd="0" presId="urn:microsoft.com/office/officeart/2008/layout/LinedList"/>
    <dgm:cxn modelId="{8B7B7262-5E2E-4F38-8B06-EC240D80401A}" type="presParOf" srcId="{0470816B-70FF-45FA-8779-31E0C8158F6B}" destId="{DAD3DD4E-844F-4AFD-90AD-B4255396B922}" srcOrd="1" destOrd="0" presId="urn:microsoft.com/office/officeart/2008/layout/LinedList"/>
    <dgm:cxn modelId="{0F993501-CD8C-44D1-880C-7B0E2884352F}" type="presParOf" srcId="{0470816B-70FF-45FA-8779-31E0C8158F6B}" destId="{85CDE1EC-1709-40E3-8029-59C39E21A722}" srcOrd="2" destOrd="0" presId="urn:microsoft.com/office/officeart/2008/layout/LinedList"/>
    <dgm:cxn modelId="{F8140895-B7C5-4E95-9D4B-43C5162FA535}" type="presParOf" srcId="{020856CB-E5C6-451B-8BB0-192FAC1D2662}" destId="{559D9AE0-A637-46BE-AC00-48A9EDBCE4B2}" srcOrd="5" destOrd="0" presId="urn:microsoft.com/office/officeart/2008/layout/LinedList"/>
    <dgm:cxn modelId="{063DC08A-0B60-421A-830B-AA747852192B}" type="presParOf" srcId="{020856CB-E5C6-451B-8BB0-192FAC1D2662}" destId="{AFDE4B46-A537-48C2-AAC8-608A176160AD}" srcOrd="6" destOrd="0" presId="urn:microsoft.com/office/officeart/2008/layout/LinedList"/>
    <dgm:cxn modelId="{9FCB8177-809F-4219-B7F3-F53ACEC05049}" type="presParOf" srcId="{020856CB-E5C6-451B-8BB0-192FAC1D2662}" destId="{1E7EAA2A-AFC1-4883-9911-C9399C397E72}" srcOrd="7" destOrd="0" presId="urn:microsoft.com/office/officeart/2008/layout/LinedList"/>
    <dgm:cxn modelId="{F4E972BC-1A86-4AAE-B686-36DED7D57CD7}" type="presParOf" srcId="{1E7EAA2A-AFC1-4883-9911-C9399C397E72}" destId="{654042E4-6047-40DE-8167-0A9C641E7CA0}" srcOrd="0" destOrd="0" presId="urn:microsoft.com/office/officeart/2008/layout/LinedList"/>
    <dgm:cxn modelId="{BA4E7C8A-4947-4213-8F1D-D45DE0562E11}" type="presParOf" srcId="{1E7EAA2A-AFC1-4883-9911-C9399C397E72}" destId="{C53C02DB-E5E2-444F-91E2-F32701844009}" srcOrd="1" destOrd="0" presId="urn:microsoft.com/office/officeart/2008/layout/LinedList"/>
    <dgm:cxn modelId="{DE1C9ECF-B71C-4F38-83C3-76452E2B82D5}" type="presParOf" srcId="{1E7EAA2A-AFC1-4883-9911-C9399C397E72}" destId="{2252D268-910A-40B6-8774-70100A8531F7}" srcOrd="2" destOrd="0" presId="urn:microsoft.com/office/officeart/2008/layout/LinedList"/>
    <dgm:cxn modelId="{C2696AC6-0AA8-4229-90E6-555ED4C74B2F}" type="presParOf" srcId="{020856CB-E5C6-451B-8BB0-192FAC1D2662}" destId="{C95FFD9D-7C10-451A-A088-63F0FA3F2553}" srcOrd="8" destOrd="0" presId="urn:microsoft.com/office/officeart/2008/layout/LinedList"/>
    <dgm:cxn modelId="{5270FA57-7651-419C-947A-CEC0CC709288}" type="presParOf" srcId="{020856CB-E5C6-451B-8BB0-192FAC1D2662}" destId="{74C45FC4-B676-497D-A398-46374CDE2EF6}" srcOrd="9" destOrd="0" presId="urn:microsoft.com/office/officeart/2008/layout/LinedList"/>
    <dgm:cxn modelId="{2484A786-E055-46B4-AAAE-EF9EF5320670}" type="presParOf" srcId="{020856CB-E5C6-451B-8BB0-192FAC1D2662}" destId="{818774CB-DC3E-41B4-B614-BF89D6AB2B39}" srcOrd="10" destOrd="0" presId="urn:microsoft.com/office/officeart/2008/layout/LinedList"/>
    <dgm:cxn modelId="{FE8B0E54-CAFB-47BA-8467-7C1AB1B49C8B}" type="presParOf" srcId="{818774CB-DC3E-41B4-B614-BF89D6AB2B39}" destId="{2453C944-B6B7-4392-B61B-3EBAC6A487AF}" srcOrd="0" destOrd="0" presId="urn:microsoft.com/office/officeart/2008/layout/LinedList"/>
    <dgm:cxn modelId="{182DFFC8-32F2-4C92-8600-3B0C2599EE94}" type="presParOf" srcId="{818774CB-DC3E-41B4-B614-BF89D6AB2B39}" destId="{AB7FB40A-CBC5-4E1B-B090-09044CDA5A7E}" srcOrd="1" destOrd="0" presId="urn:microsoft.com/office/officeart/2008/layout/LinedList"/>
    <dgm:cxn modelId="{1430216B-1CCF-4434-A3A1-C2E7BA571B40}" type="presParOf" srcId="{818774CB-DC3E-41B4-B614-BF89D6AB2B39}" destId="{A1237208-118C-43EE-9B3E-D63437E66793}" srcOrd="2" destOrd="0" presId="urn:microsoft.com/office/officeart/2008/layout/LinedList"/>
    <dgm:cxn modelId="{2AB86B22-5A4E-4FE1-B8A5-F3F57CB8DF41}" type="presParOf" srcId="{020856CB-E5C6-451B-8BB0-192FAC1D2662}" destId="{9C2A9A2E-CBE7-4C43-ADCA-B545A065D303}" srcOrd="11" destOrd="0" presId="urn:microsoft.com/office/officeart/2008/layout/LinedList"/>
    <dgm:cxn modelId="{1E3EDE9F-2FBC-4192-9DD5-177360D1EE3F}" type="presParOf" srcId="{020856CB-E5C6-451B-8BB0-192FAC1D2662}" destId="{9F02F3C7-AEC3-4B03-AE36-9D934B742D4E}" srcOrd="12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D178F5-54EF-47E9-B5F9-3E88D9737E64}">
      <dsp:nvSpPr>
        <dsp:cNvPr id="0" name=""/>
        <dsp:cNvSpPr/>
      </dsp:nvSpPr>
      <dsp:spPr>
        <a:xfrm>
          <a:off x="0" y="682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439AE6-A80D-4FF2-AD76-20BBBE58A8FE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911E54-730C-4201-803A-1AB254885221}">
      <dsp:nvSpPr>
        <dsp:cNvPr id="0" name=""/>
        <dsp:cNvSpPr/>
      </dsp:nvSpPr>
      <dsp:spPr>
        <a:xfrm>
          <a:off x="1844034" y="682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Business Goal: Help the product team identify which recipes will generate high traffic when displayed on the homepage, to increase website traffic by up to 40% and drive subscriptions.</a:t>
          </a:r>
        </a:p>
      </dsp:txBody>
      <dsp:txXfrm>
        <a:off x="1844034" y="682"/>
        <a:ext cx="4401230" cy="1596566"/>
      </dsp:txXfrm>
    </dsp:sp>
    <dsp:sp modelId="{DDE7EE4F-1A07-4634-9CE3-EFA29C821AE2}">
      <dsp:nvSpPr>
        <dsp:cNvPr id="0" name=""/>
        <dsp:cNvSpPr/>
      </dsp:nvSpPr>
      <dsp:spPr>
        <a:xfrm>
          <a:off x="0" y="1996390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F4F3CE-1CDB-4F1E-8D7A-40237B54E0F4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03D21A-21BA-4596-84C4-2FB21ED07641}">
      <dsp:nvSpPr>
        <dsp:cNvPr id="0" name=""/>
        <dsp:cNvSpPr/>
      </dsp:nvSpPr>
      <dsp:spPr>
        <a:xfrm>
          <a:off x="1844034" y="1996390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Our Objective: Predict whether a recipe will have 'High' traffic. </a:t>
          </a:r>
        </a:p>
      </dsp:txBody>
      <dsp:txXfrm>
        <a:off x="1844034" y="1996390"/>
        <a:ext cx="4401230" cy="1596566"/>
      </dsp:txXfrm>
    </dsp:sp>
    <dsp:sp modelId="{E7C8D24E-4344-405F-B068-C6CA69BD9C63}">
      <dsp:nvSpPr>
        <dsp:cNvPr id="0" name=""/>
        <dsp:cNvSpPr/>
      </dsp:nvSpPr>
      <dsp:spPr>
        <a:xfrm>
          <a:off x="0" y="3992098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F810B2-AE80-4361-AF90-A84BC6DC962E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5C473B-7A06-4D18-8838-FB311643014A}">
      <dsp:nvSpPr>
        <dsp:cNvPr id="0" name=""/>
        <dsp:cNvSpPr/>
      </dsp:nvSpPr>
      <dsp:spPr>
        <a:xfrm>
          <a:off x="1844034" y="3992098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The Ask: Correctly predict high-traffic recipes 80% of the time. This is our key business metric.</a:t>
          </a:r>
        </a:p>
      </dsp:txBody>
      <dsp:txXfrm>
        <a:off x="1844034" y="3992098"/>
        <a:ext cx="4401230" cy="15965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D8C24C-791F-49B8-BC4A-B82A4CA6B33E}">
      <dsp:nvSpPr>
        <dsp:cNvPr id="0" name=""/>
        <dsp:cNvSpPr/>
      </dsp:nvSpPr>
      <dsp:spPr>
        <a:xfrm>
          <a:off x="0" y="1806"/>
          <a:ext cx="10515600" cy="9155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A0D759-AC77-452A-BD1B-563654A83A0F}">
      <dsp:nvSpPr>
        <dsp:cNvPr id="0" name=""/>
        <dsp:cNvSpPr/>
      </dsp:nvSpPr>
      <dsp:spPr>
        <a:xfrm>
          <a:off x="276958" y="207808"/>
          <a:ext cx="503560" cy="5035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7486DF-1617-4E03-AA25-4FB0D35EEDBC}">
      <dsp:nvSpPr>
        <dsp:cNvPr id="0" name=""/>
        <dsp:cNvSpPr/>
      </dsp:nvSpPr>
      <dsp:spPr>
        <a:xfrm>
          <a:off x="1057476" y="1806"/>
          <a:ext cx="9458123" cy="915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97" tIns="96897" rIns="96897" bIns="9689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Our primary business metric is </a:t>
          </a:r>
          <a:r>
            <a:rPr lang="en-US" sz="2200" b="1" kern="1200" dirty="0"/>
            <a:t>Recall</a:t>
          </a:r>
          <a:r>
            <a:rPr lang="en-US" sz="2200" kern="1200" dirty="0"/>
            <a:t> for high-traffic recipes.</a:t>
          </a:r>
        </a:p>
      </dsp:txBody>
      <dsp:txXfrm>
        <a:off x="1057476" y="1806"/>
        <a:ext cx="9458123" cy="915564"/>
      </dsp:txXfrm>
    </dsp:sp>
    <dsp:sp modelId="{D6BCB562-E7BA-4AB4-8C48-F11B613658D1}">
      <dsp:nvSpPr>
        <dsp:cNvPr id="0" name=""/>
        <dsp:cNvSpPr/>
      </dsp:nvSpPr>
      <dsp:spPr>
        <a:xfrm>
          <a:off x="0" y="1146262"/>
          <a:ext cx="10515600" cy="9155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77BB7D-DEA7-4DDB-988E-EB6063BA8C15}">
      <dsp:nvSpPr>
        <dsp:cNvPr id="0" name=""/>
        <dsp:cNvSpPr/>
      </dsp:nvSpPr>
      <dsp:spPr>
        <a:xfrm>
          <a:off x="276958" y="1352264"/>
          <a:ext cx="503560" cy="5035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EB8747-3460-4686-82B2-16325F747164}">
      <dsp:nvSpPr>
        <dsp:cNvPr id="0" name=""/>
        <dsp:cNvSpPr/>
      </dsp:nvSpPr>
      <dsp:spPr>
        <a:xfrm>
          <a:off x="1057476" y="1146262"/>
          <a:ext cx="9458123" cy="915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97" tIns="96897" rIns="96897" bIns="9689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This metric answers the question: 'Of all the high-traffic recipes, </a:t>
          </a:r>
          <a:r>
            <a:rPr lang="en-US" sz="2200" b="1" kern="1200" dirty="0"/>
            <a:t>what percentage did our model correctly identify</a:t>
          </a:r>
          <a:r>
            <a:rPr lang="en-US" sz="2200" kern="1200" dirty="0"/>
            <a:t>?'</a:t>
          </a:r>
        </a:p>
      </dsp:txBody>
      <dsp:txXfrm>
        <a:off x="1057476" y="1146262"/>
        <a:ext cx="9458123" cy="915564"/>
      </dsp:txXfrm>
    </dsp:sp>
    <dsp:sp modelId="{558ABCDE-E039-4C88-9736-E8F6F47FF777}">
      <dsp:nvSpPr>
        <dsp:cNvPr id="0" name=""/>
        <dsp:cNvSpPr/>
      </dsp:nvSpPr>
      <dsp:spPr>
        <a:xfrm>
          <a:off x="0" y="2290717"/>
          <a:ext cx="10515600" cy="9155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7B45C9-8C8B-413A-8256-2882CEA9C669}">
      <dsp:nvSpPr>
        <dsp:cNvPr id="0" name=""/>
        <dsp:cNvSpPr/>
      </dsp:nvSpPr>
      <dsp:spPr>
        <a:xfrm>
          <a:off x="276958" y="2496719"/>
          <a:ext cx="503560" cy="50356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C6A632-2E59-494C-80F5-3F31E343C89D}">
      <dsp:nvSpPr>
        <dsp:cNvPr id="0" name=""/>
        <dsp:cNvSpPr/>
      </dsp:nvSpPr>
      <dsp:spPr>
        <a:xfrm>
          <a:off x="1057476" y="2290717"/>
          <a:ext cx="9458123" cy="915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97" tIns="96897" rIns="96897" bIns="9689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The business goal is to achieve a Recall of at least 80%.</a:t>
          </a:r>
        </a:p>
      </dsp:txBody>
      <dsp:txXfrm>
        <a:off x="1057476" y="2290717"/>
        <a:ext cx="9458123" cy="915564"/>
      </dsp:txXfrm>
    </dsp:sp>
    <dsp:sp modelId="{2A89B6E7-8903-41A8-B9E9-A8FF9AF0D15E}">
      <dsp:nvSpPr>
        <dsp:cNvPr id="0" name=""/>
        <dsp:cNvSpPr/>
      </dsp:nvSpPr>
      <dsp:spPr>
        <a:xfrm>
          <a:off x="0" y="3435173"/>
          <a:ext cx="10515600" cy="9155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CFE84F-E776-4A4C-B760-A79D89908FB6}">
      <dsp:nvSpPr>
        <dsp:cNvPr id="0" name=""/>
        <dsp:cNvSpPr/>
      </dsp:nvSpPr>
      <dsp:spPr>
        <a:xfrm>
          <a:off x="276958" y="3641175"/>
          <a:ext cx="503560" cy="50356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0CBDE2-1236-4829-A6E1-47A7778721E8}">
      <dsp:nvSpPr>
        <dsp:cNvPr id="0" name=""/>
        <dsp:cNvSpPr/>
      </dsp:nvSpPr>
      <dsp:spPr>
        <a:xfrm>
          <a:off x="1057476" y="3435173"/>
          <a:ext cx="9458123" cy="915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97" tIns="96897" rIns="96897" bIns="9689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We compared two models: a simple </a:t>
          </a:r>
          <a:r>
            <a:rPr lang="en-US" sz="2200" b="1" kern="1200" dirty="0"/>
            <a:t>Logistic Regression </a:t>
          </a:r>
          <a:r>
            <a:rPr lang="en-US" sz="2200" kern="1200" dirty="0"/>
            <a:t>baseline and an advanced </a:t>
          </a:r>
          <a:r>
            <a:rPr lang="en-US" sz="2200" b="1" kern="1200" dirty="0" err="1"/>
            <a:t>XGBoost</a:t>
          </a:r>
          <a:r>
            <a:rPr lang="en-US" sz="2200" kern="1200" dirty="0"/>
            <a:t> model.</a:t>
          </a:r>
        </a:p>
      </dsp:txBody>
      <dsp:txXfrm>
        <a:off x="1057476" y="3435173"/>
        <a:ext cx="9458123" cy="91556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1F60B6-60E4-44FD-91E2-028B5A452E1E}">
      <dsp:nvSpPr>
        <dsp:cNvPr id="0" name=""/>
        <dsp:cNvSpPr/>
      </dsp:nvSpPr>
      <dsp:spPr>
        <a:xfrm>
          <a:off x="0" y="0"/>
          <a:ext cx="11226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A4B201-1643-4BD7-902D-B3281E857BB4}">
      <dsp:nvSpPr>
        <dsp:cNvPr id="0" name=""/>
        <dsp:cNvSpPr/>
      </dsp:nvSpPr>
      <dsp:spPr>
        <a:xfrm>
          <a:off x="0" y="0"/>
          <a:ext cx="2245360" cy="2098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>
              <a:effectLst/>
            </a:rPr>
            <a:t>Homepage curation </a:t>
          </a:r>
          <a:r>
            <a:rPr lang="en-US" sz="2900" kern="1200" dirty="0"/>
            <a:t>:</a:t>
          </a:r>
        </a:p>
      </dsp:txBody>
      <dsp:txXfrm>
        <a:off x="0" y="0"/>
        <a:ext cx="2245360" cy="2098674"/>
      </dsp:txXfrm>
    </dsp:sp>
    <dsp:sp modelId="{0B48755E-E143-4127-97B0-DBFA010712CE}">
      <dsp:nvSpPr>
        <dsp:cNvPr id="0" name=""/>
        <dsp:cNvSpPr/>
      </dsp:nvSpPr>
      <dsp:spPr>
        <a:xfrm>
          <a:off x="2413762" y="32791"/>
          <a:ext cx="8813038" cy="6558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Prioritize </a:t>
          </a:r>
          <a:r>
            <a:rPr lang="en-US" sz="1800" b="1" kern="1200" dirty="0"/>
            <a:t>vegetable</a:t>
          </a:r>
          <a:r>
            <a:rPr lang="en-US" sz="1800" kern="1200" dirty="0"/>
            <a:t> &amp; </a:t>
          </a:r>
          <a:r>
            <a:rPr lang="en-US" sz="1800" b="1" kern="1200" dirty="0"/>
            <a:t>protein-rich </a:t>
          </a:r>
          <a:r>
            <a:rPr lang="en-US" sz="1800" kern="1200" dirty="0"/>
            <a:t>recipes.</a:t>
          </a:r>
        </a:p>
      </dsp:txBody>
      <dsp:txXfrm>
        <a:off x="2413762" y="32791"/>
        <a:ext cx="8813038" cy="655835"/>
      </dsp:txXfrm>
    </dsp:sp>
    <dsp:sp modelId="{B0A9596A-A125-4E20-A6D1-4E37AC4006E6}">
      <dsp:nvSpPr>
        <dsp:cNvPr id="0" name=""/>
        <dsp:cNvSpPr/>
      </dsp:nvSpPr>
      <dsp:spPr>
        <a:xfrm>
          <a:off x="2245360" y="688627"/>
          <a:ext cx="89814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33CB34-974B-4063-AD42-D0DD2332EC31}">
      <dsp:nvSpPr>
        <dsp:cNvPr id="0" name=""/>
        <dsp:cNvSpPr/>
      </dsp:nvSpPr>
      <dsp:spPr>
        <a:xfrm>
          <a:off x="2413762" y="721419"/>
          <a:ext cx="8813038" cy="6558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Avoid </a:t>
          </a:r>
          <a:r>
            <a:rPr lang="en-US" sz="1800" b="1" kern="1200" dirty="0"/>
            <a:t>beverages</a:t>
          </a:r>
          <a:r>
            <a:rPr lang="en-US" sz="1800" kern="1200" dirty="0"/>
            <a:t> (weak performance).</a:t>
          </a:r>
        </a:p>
      </dsp:txBody>
      <dsp:txXfrm>
        <a:off x="2413762" y="721419"/>
        <a:ext cx="8813038" cy="655835"/>
      </dsp:txXfrm>
    </dsp:sp>
    <dsp:sp modelId="{AE2FACE4-8016-4661-A841-9B8C8C3BC6DC}">
      <dsp:nvSpPr>
        <dsp:cNvPr id="0" name=""/>
        <dsp:cNvSpPr/>
      </dsp:nvSpPr>
      <dsp:spPr>
        <a:xfrm>
          <a:off x="2245360" y="1377255"/>
          <a:ext cx="89814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A9DD4E-D02E-4A2F-A3A4-C0DC651F7CAE}">
      <dsp:nvSpPr>
        <dsp:cNvPr id="0" name=""/>
        <dsp:cNvSpPr/>
      </dsp:nvSpPr>
      <dsp:spPr>
        <a:xfrm>
          <a:off x="2413762" y="1410047"/>
          <a:ext cx="8813038" cy="6558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800" kern="1200"/>
            <a:t>Prioritize balanced-carb recipes (</a:t>
          </a:r>
          <a:r>
            <a:rPr lang="en-US" sz="1800" b="1" kern="1200"/>
            <a:t>Complex Carbs </a:t>
          </a:r>
          <a:r>
            <a:rPr lang="en-US" sz="1800" kern="1200"/>
            <a:t>&gt; Sugar)</a:t>
          </a:r>
          <a:endParaRPr lang="en-US" sz="1800" kern="1200" dirty="0"/>
        </a:p>
      </dsp:txBody>
      <dsp:txXfrm>
        <a:off x="2413762" y="1410047"/>
        <a:ext cx="8813038" cy="655835"/>
      </dsp:txXfrm>
    </dsp:sp>
    <dsp:sp modelId="{23A5D00E-7CEA-4F0D-BD30-7B7626D23041}">
      <dsp:nvSpPr>
        <dsp:cNvPr id="0" name=""/>
        <dsp:cNvSpPr/>
      </dsp:nvSpPr>
      <dsp:spPr>
        <a:xfrm>
          <a:off x="2245360" y="2065883"/>
          <a:ext cx="89814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EF22FA-B9E2-4DFD-9D95-A36B8741EA0E}">
      <dsp:nvSpPr>
        <dsp:cNvPr id="0" name=""/>
        <dsp:cNvSpPr/>
      </dsp:nvSpPr>
      <dsp:spPr>
        <a:xfrm>
          <a:off x="0" y="2098674"/>
          <a:ext cx="11226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DBB2F6-AC94-48C3-9B36-51F807A78B7C}">
      <dsp:nvSpPr>
        <dsp:cNvPr id="0" name=""/>
        <dsp:cNvSpPr/>
      </dsp:nvSpPr>
      <dsp:spPr>
        <a:xfrm>
          <a:off x="0" y="2098674"/>
          <a:ext cx="2245360" cy="2098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>
              <a:effectLst/>
            </a:rPr>
            <a:t>Model deployment</a:t>
          </a:r>
          <a:r>
            <a:rPr lang="en-US" sz="2900" kern="1200" dirty="0"/>
            <a:t>:</a:t>
          </a:r>
        </a:p>
      </dsp:txBody>
      <dsp:txXfrm>
        <a:off x="0" y="2098674"/>
        <a:ext cx="2245360" cy="2098674"/>
      </dsp:txXfrm>
    </dsp:sp>
    <dsp:sp modelId="{DD1835CF-FDF4-4C9C-A3A4-58DCD42DE142}">
      <dsp:nvSpPr>
        <dsp:cNvPr id="0" name=""/>
        <dsp:cNvSpPr/>
      </dsp:nvSpPr>
      <dsp:spPr>
        <a:xfrm>
          <a:off x="2413762" y="2131466"/>
          <a:ext cx="8813038" cy="6558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If the top priority is to </a:t>
          </a:r>
          <a:r>
            <a:rPr lang="en-US" sz="1800" b="1" kern="1200" dirty="0"/>
            <a:t>never miss </a:t>
          </a:r>
          <a:r>
            <a:rPr lang="en-US" sz="1800" kern="1200" dirty="0"/>
            <a:t>a high-traffic recipe: Use </a:t>
          </a:r>
          <a:r>
            <a:rPr lang="en-US" sz="1800" b="1" kern="1200" dirty="0" err="1"/>
            <a:t>XGBoost</a:t>
          </a:r>
          <a:r>
            <a:rPr lang="en-US" sz="1800" kern="1200" dirty="0"/>
            <a:t>.</a:t>
          </a:r>
        </a:p>
      </dsp:txBody>
      <dsp:txXfrm>
        <a:off x="2413762" y="2131466"/>
        <a:ext cx="8813038" cy="655835"/>
      </dsp:txXfrm>
    </dsp:sp>
    <dsp:sp modelId="{80ECFE7C-8187-4841-862E-193464E658B7}">
      <dsp:nvSpPr>
        <dsp:cNvPr id="0" name=""/>
        <dsp:cNvSpPr/>
      </dsp:nvSpPr>
      <dsp:spPr>
        <a:xfrm>
          <a:off x="2245359" y="2787302"/>
          <a:ext cx="89814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D3DD4E-844F-4AFD-90AD-B4255396B922}">
      <dsp:nvSpPr>
        <dsp:cNvPr id="0" name=""/>
        <dsp:cNvSpPr/>
      </dsp:nvSpPr>
      <dsp:spPr>
        <a:xfrm>
          <a:off x="2413762" y="2820094"/>
          <a:ext cx="8813038" cy="6558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If homepage </a:t>
          </a:r>
          <a:r>
            <a:rPr lang="en-US" sz="1800" b="1" kern="1200" dirty="0"/>
            <a:t>slots are limited </a:t>
          </a:r>
          <a:r>
            <a:rPr lang="en-US" sz="1800" kern="1200" dirty="0"/>
            <a:t>and accuracy matters more: Use </a:t>
          </a:r>
          <a:r>
            <a:rPr lang="en-US" sz="1800" b="1" kern="1200" dirty="0"/>
            <a:t>Logistic Regression</a:t>
          </a:r>
          <a:r>
            <a:rPr lang="en-US" sz="1800" kern="1200" dirty="0"/>
            <a:t>.</a:t>
          </a:r>
        </a:p>
      </dsp:txBody>
      <dsp:txXfrm>
        <a:off x="2413762" y="2820094"/>
        <a:ext cx="8813038" cy="655835"/>
      </dsp:txXfrm>
    </dsp:sp>
    <dsp:sp modelId="{559D9AE0-A637-46BE-AC00-48A9EDBCE4B2}">
      <dsp:nvSpPr>
        <dsp:cNvPr id="0" name=""/>
        <dsp:cNvSpPr/>
      </dsp:nvSpPr>
      <dsp:spPr>
        <a:xfrm>
          <a:off x="2245359" y="3475930"/>
          <a:ext cx="89814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3C02DB-E5E2-444F-91E2-F32701844009}">
      <dsp:nvSpPr>
        <dsp:cNvPr id="0" name=""/>
        <dsp:cNvSpPr/>
      </dsp:nvSpPr>
      <dsp:spPr>
        <a:xfrm>
          <a:off x="2413762" y="3508722"/>
          <a:ext cx="8813038" cy="6558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If neither </a:t>
          </a:r>
          <a:r>
            <a:rPr lang="en-US" sz="1800" b="0" kern="1200" dirty="0"/>
            <a:t>of the above applies: </a:t>
          </a:r>
          <a:r>
            <a:rPr lang="en-US" sz="1800" kern="1200" dirty="0"/>
            <a:t>Start with </a:t>
          </a:r>
          <a:r>
            <a:rPr lang="en-US" sz="1800" b="1" kern="1200" dirty="0"/>
            <a:t>Logistic Regression</a:t>
          </a:r>
          <a:r>
            <a:rPr lang="en-US" sz="1800" kern="1200" dirty="0"/>
            <a:t>, then run </a:t>
          </a:r>
          <a:r>
            <a:rPr lang="en-US" sz="1800" b="1" kern="1200" dirty="0"/>
            <a:t>A/B tests</a:t>
          </a:r>
          <a:r>
            <a:rPr lang="en-US" sz="1800" kern="1200" dirty="0"/>
            <a:t> with </a:t>
          </a:r>
          <a:r>
            <a:rPr lang="en-US" sz="1800" b="1" kern="1200" dirty="0" err="1"/>
            <a:t>XGBoost</a:t>
          </a:r>
          <a:r>
            <a:rPr lang="en-US" sz="1800" kern="1200" dirty="0"/>
            <a:t> to measure gains from higher recall.</a:t>
          </a:r>
        </a:p>
      </dsp:txBody>
      <dsp:txXfrm>
        <a:off x="2413762" y="3508722"/>
        <a:ext cx="8813038" cy="655835"/>
      </dsp:txXfrm>
    </dsp:sp>
    <dsp:sp modelId="{C95FFD9D-7C10-451A-A088-63F0FA3F2553}">
      <dsp:nvSpPr>
        <dsp:cNvPr id="0" name=""/>
        <dsp:cNvSpPr/>
      </dsp:nvSpPr>
      <dsp:spPr>
        <a:xfrm>
          <a:off x="2245359" y="4164558"/>
          <a:ext cx="89814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1F60B6-60E4-44FD-91E2-028B5A452E1E}">
      <dsp:nvSpPr>
        <dsp:cNvPr id="0" name=""/>
        <dsp:cNvSpPr/>
      </dsp:nvSpPr>
      <dsp:spPr>
        <a:xfrm>
          <a:off x="0" y="0"/>
          <a:ext cx="1110522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A4B201-1643-4BD7-902D-B3281E857BB4}">
      <dsp:nvSpPr>
        <dsp:cNvPr id="0" name=""/>
        <dsp:cNvSpPr/>
      </dsp:nvSpPr>
      <dsp:spPr>
        <a:xfrm>
          <a:off x="0" y="0"/>
          <a:ext cx="2221045" cy="21315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Monitoring:</a:t>
          </a:r>
        </a:p>
      </dsp:txBody>
      <dsp:txXfrm>
        <a:off x="0" y="0"/>
        <a:ext cx="2221045" cy="2131521"/>
      </dsp:txXfrm>
    </dsp:sp>
    <dsp:sp modelId="{0B48755E-E143-4127-97B0-DBFA010712CE}">
      <dsp:nvSpPr>
        <dsp:cNvPr id="0" name=""/>
        <dsp:cNvSpPr/>
      </dsp:nvSpPr>
      <dsp:spPr>
        <a:xfrm>
          <a:off x="2387623" y="33305"/>
          <a:ext cx="8717602" cy="666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Track</a:t>
          </a:r>
          <a:r>
            <a:rPr lang="en-US" sz="1700" kern="1200" dirty="0"/>
            <a:t> Recall (primary), Precision, F1 weekly.</a:t>
          </a:r>
        </a:p>
      </dsp:txBody>
      <dsp:txXfrm>
        <a:off x="2387623" y="33305"/>
        <a:ext cx="8717602" cy="666100"/>
      </dsp:txXfrm>
    </dsp:sp>
    <dsp:sp modelId="{B0A9596A-A125-4E20-A6D1-4E37AC4006E6}">
      <dsp:nvSpPr>
        <dsp:cNvPr id="0" name=""/>
        <dsp:cNvSpPr/>
      </dsp:nvSpPr>
      <dsp:spPr>
        <a:xfrm>
          <a:off x="2221045" y="699405"/>
          <a:ext cx="88841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33CB34-974B-4063-AD42-D0DD2332EC31}">
      <dsp:nvSpPr>
        <dsp:cNvPr id="0" name=""/>
        <dsp:cNvSpPr/>
      </dsp:nvSpPr>
      <dsp:spPr>
        <a:xfrm>
          <a:off x="2387623" y="732710"/>
          <a:ext cx="8717602" cy="666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Ensure </a:t>
          </a:r>
          <a:r>
            <a:rPr lang="en-US" sz="1700" b="1" i="0" kern="1200" dirty="0"/>
            <a:t>precise</a:t>
          </a:r>
          <a:r>
            <a:rPr lang="en-US" sz="1700" b="1" kern="1200" dirty="0"/>
            <a:t> labeling </a:t>
          </a:r>
          <a:r>
            <a:rPr lang="en-US" sz="1700" kern="1200" dirty="0"/>
            <a:t>to strengthen model signals.</a:t>
          </a:r>
        </a:p>
      </dsp:txBody>
      <dsp:txXfrm>
        <a:off x="2387623" y="732710"/>
        <a:ext cx="8717602" cy="666100"/>
      </dsp:txXfrm>
    </dsp:sp>
    <dsp:sp modelId="{AE2FACE4-8016-4661-A841-9B8C8C3BC6DC}">
      <dsp:nvSpPr>
        <dsp:cNvPr id="0" name=""/>
        <dsp:cNvSpPr/>
      </dsp:nvSpPr>
      <dsp:spPr>
        <a:xfrm>
          <a:off x="2221045" y="1398811"/>
          <a:ext cx="88841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6B2D3B-9C70-40C2-8A30-0F82BDFAA7A2}">
      <dsp:nvSpPr>
        <dsp:cNvPr id="0" name=""/>
        <dsp:cNvSpPr/>
      </dsp:nvSpPr>
      <dsp:spPr>
        <a:xfrm>
          <a:off x="2387623" y="1432116"/>
          <a:ext cx="8717602" cy="666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 dirty="0"/>
            <a:t>A/B Testing </a:t>
          </a:r>
          <a:r>
            <a:rPr lang="en-US" sz="1700" kern="1200" dirty="0"/>
            <a:t>: </a:t>
          </a:r>
          <a:r>
            <a:rPr lang="en-US" sz="1700" b="1" kern="1200" dirty="0"/>
            <a:t>Compare</a:t>
          </a:r>
          <a:r>
            <a:rPr lang="en-US" sz="1700" kern="1200" dirty="0"/>
            <a:t> model-driven selections vs. current curation to measure uplift.</a:t>
          </a:r>
        </a:p>
      </dsp:txBody>
      <dsp:txXfrm>
        <a:off x="2387623" y="1432116"/>
        <a:ext cx="8717602" cy="666100"/>
      </dsp:txXfrm>
    </dsp:sp>
    <dsp:sp modelId="{6BE84311-8FA6-4E91-AE09-E5400C56A284}">
      <dsp:nvSpPr>
        <dsp:cNvPr id="0" name=""/>
        <dsp:cNvSpPr/>
      </dsp:nvSpPr>
      <dsp:spPr>
        <a:xfrm>
          <a:off x="2221045" y="2098216"/>
          <a:ext cx="88841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EF22FA-B9E2-4DFD-9D95-A36B8741EA0E}">
      <dsp:nvSpPr>
        <dsp:cNvPr id="0" name=""/>
        <dsp:cNvSpPr/>
      </dsp:nvSpPr>
      <dsp:spPr>
        <a:xfrm>
          <a:off x="0" y="2131521"/>
          <a:ext cx="1110522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DBB2F6-AC94-48C3-9B36-51F807A78B7C}">
      <dsp:nvSpPr>
        <dsp:cNvPr id="0" name=""/>
        <dsp:cNvSpPr/>
      </dsp:nvSpPr>
      <dsp:spPr>
        <a:xfrm>
          <a:off x="0" y="2131521"/>
          <a:ext cx="2221045" cy="21315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To Enhance:</a:t>
          </a:r>
        </a:p>
      </dsp:txBody>
      <dsp:txXfrm>
        <a:off x="0" y="2131521"/>
        <a:ext cx="2221045" cy="2131521"/>
      </dsp:txXfrm>
    </dsp:sp>
    <dsp:sp modelId="{DD1835CF-FDF4-4C9C-A3A4-58DCD42DE142}">
      <dsp:nvSpPr>
        <dsp:cNvPr id="0" name=""/>
        <dsp:cNvSpPr/>
      </dsp:nvSpPr>
      <dsp:spPr>
        <a:xfrm>
          <a:off x="2387623" y="2156578"/>
          <a:ext cx="8717602" cy="501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Collect</a:t>
          </a:r>
          <a:r>
            <a:rPr lang="en-US" sz="1700" kern="1200" dirty="0"/>
            <a:t> more data.</a:t>
          </a:r>
        </a:p>
      </dsp:txBody>
      <dsp:txXfrm>
        <a:off x="2387623" y="2156578"/>
        <a:ext cx="8717602" cy="501136"/>
      </dsp:txXfrm>
    </dsp:sp>
    <dsp:sp modelId="{80ECFE7C-8187-4841-862E-193464E658B7}">
      <dsp:nvSpPr>
        <dsp:cNvPr id="0" name=""/>
        <dsp:cNvSpPr/>
      </dsp:nvSpPr>
      <dsp:spPr>
        <a:xfrm>
          <a:off x="2221045" y="2657715"/>
          <a:ext cx="88841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D3DD4E-844F-4AFD-90AD-B4255396B922}">
      <dsp:nvSpPr>
        <dsp:cNvPr id="0" name=""/>
        <dsp:cNvSpPr/>
      </dsp:nvSpPr>
      <dsp:spPr>
        <a:xfrm>
          <a:off x="2387623" y="2682772"/>
          <a:ext cx="8717602" cy="501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Complete</a:t>
          </a:r>
          <a:r>
            <a:rPr lang="en-US" sz="1700" kern="1200" dirty="0"/>
            <a:t> the missing features for the 52 rows .</a:t>
          </a:r>
        </a:p>
      </dsp:txBody>
      <dsp:txXfrm>
        <a:off x="2387623" y="2682772"/>
        <a:ext cx="8717602" cy="501136"/>
      </dsp:txXfrm>
    </dsp:sp>
    <dsp:sp modelId="{559D9AE0-A637-46BE-AC00-48A9EDBCE4B2}">
      <dsp:nvSpPr>
        <dsp:cNvPr id="0" name=""/>
        <dsp:cNvSpPr/>
      </dsp:nvSpPr>
      <dsp:spPr>
        <a:xfrm>
          <a:off x="2221045" y="3183908"/>
          <a:ext cx="88841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3C02DB-E5E2-444F-91E2-F32701844009}">
      <dsp:nvSpPr>
        <dsp:cNvPr id="0" name=""/>
        <dsp:cNvSpPr/>
      </dsp:nvSpPr>
      <dsp:spPr>
        <a:xfrm>
          <a:off x="2387623" y="3208965"/>
          <a:ext cx="8717602" cy="501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Expand</a:t>
          </a:r>
          <a:r>
            <a:rPr lang="en-US" sz="1700" kern="1200" dirty="0"/>
            <a:t> dataset (user engagement, preparation time).</a:t>
          </a:r>
        </a:p>
      </dsp:txBody>
      <dsp:txXfrm>
        <a:off x="2387623" y="3208965"/>
        <a:ext cx="8717602" cy="501136"/>
      </dsp:txXfrm>
    </dsp:sp>
    <dsp:sp modelId="{C95FFD9D-7C10-451A-A088-63F0FA3F2553}">
      <dsp:nvSpPr>
        <dsp:cNvPr id="0" name=""/>
        <dsp:cNvSpPr/>
      </dsp:nvSpPr>
      <dsp:spPr>
        <a:xfrm>
          <a:off x="2221045" y="3710102"/>
          <a:ext cx="88841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7FB40A-CBC5-4E1B-B090-09044CDA5A7E}">
      <dsp:nvSpPr>
        <dsp:cNvPr id="0" name=""/>
        <dsp:cNvSpPr/>
      </dsp:nvSpPr>
      <dsp:spPr>
        <a:xfrm>
          <a:off x="2387623" y="3735159"/>
          <a:ext cx="8717602" cy="501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Clustering</a:t>
          </a:r>
          <a:r>
            <a:rPr lang="en-US" sz="1700" kern="1200" dirty="0"/>
            <a:t>: Collect user info to shift from “popular” to “popular for this category of users”</a:t>
          </a:r>
        </a:p>
      </dsp:txBody>
      <dsp:txXfrm>
        <a:off x="2387623" y="3735159"/>
        <a:ext cx="8717602" cy="501136"/>
      </dsp:txXfrm>
    </dsp:sp>
    <dsp:sp modelId="{9C2A9A2E-CBE7-4C43-ADCA-B545A065D303}">
      <dsp:nvSpPr>
        <dsp:cNvPr id="0" name=""/>
        <dsp:cNvSpPr/>
      </dsp:nvSpPr>
      <dsp:spPr>
        <a:xfrm>
          <a:off x="2221045" y="4236295"/>
          <a:ext cx="88841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55DBA8-5285-4C8F-9D24-D3A39623E018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A15F49-D828-4D90-AF1C-FA3846E76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609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A15F49-D828-4D90-AF1C-FA3846E76C6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7701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A15F49-D828-4D90-AF1C-FA3846E76C6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09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77E5C-E9A9-C53F-6104-9F9C4B82C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57C8CC-C2A4-A850-D208-DF351D9E29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40AF3-D7CD-5530-AA15-C6856BF279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3514" y="6514646"/>
            <a:ext cx="2743200" cy="365125"/>
          </a:xfrm>
        </p:spPr>
        <p:txBody>
          <a:bodyPr/>
          <a:lstStyle/>
          <a:p>
            <a:fld id="{8A37313F-6873-4C54-B22B-D28A1B696E75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38FE6-0F65-7F40-6D05-8B81AD073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94020-236D-950C-16FC-F3A9D1758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7B322-C26A-4B12-8D89-E9281A9E2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140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60D5E-7C81-50BC-DF7D-7B2A79968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3DDA4-330A-B851-FEC1-89819913C2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E2CDB0-8C66-13CE-D267-C3EE97E0B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7313F-6873-4C54-B22B-D28A1B696E75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E4BF4-846C-C9AF-4A6A-89F2CFAA4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ADCF4-5A54-DF5B-9972-277255508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7B322-C26A-4B12-8D89-E9281A9E2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764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9AD8F-B47E-C2BF-4D02-2583AC514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CF30A-7210-FA08-8DE1-CD332C2471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56FC5-3932-332A-750A-C7FE9A776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7313F-6873-4C54-B22B-D28A1B696E75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7F899-EDE5-077D-157F-C38F98ED2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36F74-241D-0312-0A33-97AAD2E74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7B322-C26A-4B12-8D89-E9281A9E2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128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D7B0D-977B-1655-160D-634860716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56114-63B3-149A-971F-BBA12487A6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DDA3E2-D6D2-6C07-D779-9A0F69C619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DCB713-C66E-6044-74C8-B746B1205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7313F-6873-4C54-B22B-D28A1B696E75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126413-BB60-2DB0-444D-79AC885BA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8B7551-A188-4AF8-A0D1-9E08289B3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7B322-C26A-4B12-8D89-E9281A9E2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673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A2B55-D746-8DEB-71F8-18128722C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B35225-C94C-908D-EB1E-DEF2AB40F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E5063-D712-BBBE-59FA-8FFF1A808B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CBF763-22B7-A9A0-F4C0-7D36A8C36E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C0DAF5-841E-6FED-0DA0-070581D8E3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B451E5-3B9A-8DDC-7A7A-F1C6C1A1B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7313F-6873-4C54-B22B-D28A1B696E75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B8D513-062D-8798-DA79-5B1A3CBE2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9AD185-1257-E5B3-157A-2A2EC7B47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7B322-C26A-4B12-8D89-E9281A9E2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695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56C86-D743-E4C7-1077-F2A42FAAF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597D7D-8052-C500-7002-F6CD9DFE5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7313F-6873-4C54-B22B-D28A1B696E75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4295B0-B227-1223-7033-842C733E8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ED03A1-2A00-E366-4855-4642833E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7B322-C26A-4B12-8D89-E9281A9E2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242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F802AE-F698-DD28-F29F-B4B5EC38D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7313F-6873-4C54-B22B-D28A1B696E75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C5519B-3667-A0FF-7E44-29A7C45A3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90C8FA-E520-1288-73C3-2E8FA34EE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7B322-C26A-4B12-8D89-E9281A9E2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39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4A1FC-E167-AFF7-05AE-465D516DA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45126-C88E-A5BF-B3A3-22051C446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FF13C-BC60-8FC2-EE0D-5BEBB4AF03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A7E753-9ED4-743F-7187-0091C83E0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7313F-6873-4C54-B22B-D28A1B696E75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5937E7-6307-5AE7-4146-0FF4A43C5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609DFE-5572-752D-02CC-6355095BD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7B322-C26A-4B12-8D89-E9281A9E2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79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30A28-128C-C489-693F-EFDC76BDA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DC57BB-097C-BC94-72E0-AAD7529BB3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59FBB5-AF58-5D41-215C-EE699218A0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FD053D-6577-76E5-917F-7EB980473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7313F-6873-4C54-B22B-D28A1B696E75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CC523B-71CC-C348-08DF-55B295F26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3B1E59-4150-0EC6-064D-AC25D86EF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7B322-C26A-4B12-8D89-E9281A9E2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677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41F72-8E37-456A-CF0C-4BECA153E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97E707-5205-E021-4520-78D40752B6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2C8CB-371C-A34C-6808-FE550A46A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7313F-6873-4C54-B22B-D28A1B696E75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B87E3-F6F5-BC12-74AC-BA9F525F4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6949EF-84BC-7A9A-7A20-E4A926B90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7B322-C26A-4B12-8D89-E9281A9E2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900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E25F12-6880-45A5-3BB0-97408D8B3E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CBA4DF-E9EE-1088-BADE-8FF78A565F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45F86-5611-E820-6D19-0E753C220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7313F-6873-4C54-B22B-D28A1B696E75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CE36A-898F-33CF-82AD-212B732C5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74030-E1F2-F4F5-349E-A74730255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7B322-C26A-4B12-8D89-E9281A9E2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504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F20264E-5D07-4F03-63BC-4717873319CA}"/>
              </a:ext>
            </a:extLst>
          </p:cNvPr>
          <p:cNvSpPr/>
          <p:nvPr userDrawn="1"/>
        </p:nvSpPr>
        <p:spPr>
          <a:xfrm>
            <a:off x="0" y="6792685"/>
            <a:ext cx="12192000" cy="65315"/>
          </a:xfrm>
          <a:prstGeom prst="rect">
            <a:avLst/>
          </a:prstGeom>
          <a:gradFill flip="none" rotWithShape="1">
            <a:gsLst>
              <a:gs pos="30000">
                <a:srgbClr val="FF0000">
                  <a:alpha val="57000"/>
                  <a:lumMod val="89000"/>
                  <a:lumOff val="11000"/>
                </a:srgbClr>
              </a:gs>
              <a:gs pos="0">
                <a:srgbClr val="FFC000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noFill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0E7C8D-BF1E-AD75-EA81-E82703725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CAD403-090F-053B-E691-DF4E17F81E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A37FFD-600F-7D0D-3AB5-1EFE7317D5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37313F-6873-4C54-B22B-D28A1B696E75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082A7-3466-E710-EC4C-73CC51F057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2D997-C36E-334C-4B63-571E14E30E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D7B322-C26A-4B12-8D89-E9281A9E2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707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7AC4E-763D-FA64-FF3F-733BF4338F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36065"/>
            <a:ext cx="9144000" cy="2764028"/>
          </a:xfrm>
        </p:spPr>
        <p:txBody>
          <a:bodyPr anchor="ctr">
            <a:normAutofit/>
          </a:bodyPr>
          <a:lstStyle/>
          <a:p>
            <a:r>
              <a:rPr lang="en-US" sz="6100" dirty="0"/>
              <a:t>Predicting Recipe Popularity for Increased Traffic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FC463-6116-B060-AA9E-FF49318D21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6912" y="5006022"/>
            <a:ext cx="8258176" cy="631825"/>
          </a:xfrm>
        </p:spPr>
        <p:txBody>
          <a:bodyPr anchor="ctr">
            <a:normAutofit/>
          </a:bodyPr>
          <a:lstStyle/>
          <a:p>
            <a:r>
              <a:rPr lang="en-US" sz="2800" dirty="0"/>
              <a:t>A Data-Driven Approach to Homepage Curation</a:t>
            </a:r>
          </a:p>
        </p:txBody>
      </p:sp>
    </p:spTree>
    <p:extLst>
      <p:ext uri="{BB962C8B-B14F-4D97-AF65-F5344CB8AC3E}">
        <p14:creationId xmlns:p14="http://schemas.microsoft.com/office/powerpoint/2010/main" val="1842060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4E151-BDEA-9CFF-40C0-7B9AFA83C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Project Overview  &amp;     Business Goal</a:t>
            </a: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03CC7CFB-7D22-8C42-1ED7-009A1AB9A1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0007814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24858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074F7-2B37-6476-705A-F087069AC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How We Tackled the Problem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DC0B0-341D-2128-E3F0-4540AA5829A8}"/>
              </a:ext>
            </a:extLst>
          </p:cNvPr>
          <p:cNvSpPr txBox="1"/>
          <p:nvPr/>
        </p:nvSpPr>
        <p:spPr>
          <a:xfrm>
            <a:off x="5351164" y="586822"/>
            <a:ext cx="6002636" cy="1645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50" dirty="0"/>
              <a:t>Workflow:</a:t>
            </a:r>
          </a:p>
          <a:p>
            <a:pPr marL="571500" lvl="1" indent="-342900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1500" dirty="0"/>
              <a:t>Data </a:t>
            </a:r>
            <a:r>
              <a:rPr lang="en-US" sz="1500" b="1" dirty="0"/>
              <a:t>Validation</a:t>
            </a:r>
            <a:endParaRPr lang="en-US" sz="1500" dirty="0"/>
          </a:p>
          <a:p>
            <a:pPr marL="571500" lvl="1" indent="-342900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1500" dirty="0"/>
              <a:t>Data </a:t>
            </a:r>
            <a:r>
              <a:rPr lang="en-US" sz="1500" b="1" dirty="0"/>
              <a:t>Cleaning </a:t>
            </a:r>
            <a:r>
              <a:rPr lang="en-US" sz="1500" dirty="0"/>
              <a:t>(895 recipes retained)</a:t>
            </a:r>
            <a:endParaRPr lang="en-US" sz="1500" b="1" dirty="0"/>
          </a:p>
          <a:p>
            <a:pPr marL="571500" lvl="1" indent="-342900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1500" b="1" dirty="0"/>
              <a:t>EDA</a:t>
            </a:r>
            <a:r>
              <a:rPr lang="en-US" sz="1500" dirty="0"/>
              <a:t> (relationships between features &amp; traffic)</a:t>
            </a:r>
          </a:p>
          <a:p>
            <a:pPr marL="571500" lvl="1" indent="-342900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1500" b="1" dirty="0"/>
              <a:t>Feature Engineering </a:t>
            </a:r>
            <a:r>
              <a:rPr lang="en-US" sz="1500" dirty="0"/>
              <a:t>(Preparation, Extraction, Selection)</a:t>
            </a:r>
          </a:p>
          <a:p>
            <a:pPr marL="571500" lvl="1" indent="-342900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1500" b="1" dirty="0"/>
              <a:t>Model</a:t>
            </a:r>
            <a:r>
              <a:rPr lang="en-US" sz="1500" dirty="0"/>
              <a:t> Development (Logistic Regression &amp; </a:t>
            </a:r>
            <a:r>
              <a:rPr lang="en-US" sz="1500" dirty="0" err="1"/>
              <a:t>XGBoost</a:t>
            </a:r>
            <a:r>
              <a:rPr lang="en-US" sz="1500" dirty="0"/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CE9C0C-2A79-7865-6208-3D486AB360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086" y="2686049"/>
            <a:ext cx="12025083" cy="363570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C4987D5-B072-79B7-800A-F76BD3E9BB2D}"/>
              </a:ext>
            </a:extLst>
          </p:cNvPr>
          <p:cNvCxnSpPr>
            <a:cxnSpLocks/>
          </p:cNvCxnSpPr>
          <p:nvPr/>
        </p:nvCxnSpPr>
        <p:spPr>
          <a:xfrm>
            <a:off x="4933950" y="640080"/>
            <a:ext cx="0" cy="1592662"/>
          </a:xfrm>
          <a:prstGeom prst="line">
            <a:avLst/>
          </a:prstGeom>
          <a:ln cap="flat">
            <a:gradFill flip="none" rotWithShape="1">
              <a:gsLst>
                <a:gs pos="0">
                  <a:srgbClr val="FF0000"/>
                </a:gs>
                <a:gs pos="100000">
                  <a:srgbClr val="FFC000"/>
                </a:gs>
              </a:gsLst>
              <a:lin ang="5400000" scaled="1"/>
              <a:tileRect/>
            </a:gra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2483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FD31C-6227-BB50-D5DC-378057076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0994"/>
            <a:ext cx="3687491" cy="20568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Key Findings: Category is the Strongest Predictor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6F74A9-D17A-5D69-5F3B-A8C2EA066007}"/>
              </a:ext>
            </a:extLst>
          </p:cNvPr>
          <p:cNvSpPr txBox="1"/>
          <p:nvPr/>
        </p:nvSpPr>
        <p:spPr>
          <a:xfrm>
            <a:off x="5341546" y="751555"/>
            <a:ext cx="5946040" cy="210633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/>
              <a:t>Vegetable</a:t>
            </a:r>
            <a:r>
              <a:rPr lang="en-US" sz="1900" dirty="0"/>
              <a:t> recipes are almost always successful (98.7% high traffic).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/>
              <a:t>Beverages</a:t>
            </a:r>
            <a:r>
              <a:rPr lang="en-US" sz="1900" dirty="0"/>
              <a:t> are rarely popular (5.4% high traffic).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Recommendation</a:t>
            </a:r>
            <a:r>
              <a:rPr lang="en-US" sz="1900" dirty="0"/>
              <a:t>: Prioritize vegetable-based recipes and de-prioritize beverages on the homepage.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C4AA7F2-02AC-DA7D-19EF-F638687A2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737" y="2857889"/>
            <a:ext cx="8969215" cy="390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8539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C919F-C216-6218-6461-9479C4675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268492"/>
            <a:ext cx="3455821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Key Findings: Nutritional Drivers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892404-6C8B-CFA1-EE68-58F76B575106}"/>
              </a:ext>
            </a:extLst>
          </p:cNvPr>
          <p:cNvSpPr txBox="1"/>
          <p:nvPr/>
        </p:nvSpPr>
        <p:spPr>
          <a:xfrm>
            <a:off x="876693" y="2126343"/>
            <a:ext cx="3555607" cy="37243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Protein: +37% in popular recipes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Carbs: +23%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Sugar: -18%</a:t>
            </a:r>
          </a:p>
          <a:p>
            <a:pPr marL="114300"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Serving size is </a:t>
            </a:r>
            <a:r>
              <a:rPr lang="en-US" b="1" dirty="0"/>
              <a:t>not </a:t>
            </a:r>
            <a:r>
              <a:rPr lang="en-US" dirty="0"/>
              <a:t>a meaningful predictor</a:t>
            </a: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Recommendation: Focus on </a:t>
            </a:r>
            <a:r>
              <a:rPr lang="en-US" sz="2000" b="1" dirty="0"/>
              <a:t>protein-rich</a:t>
            </a:r>
            <a:r>
              <a:rPr lang="en-US" sz="2000" dirty="0"/>
              <a:t>, </a:t>
            </a:r>
            <a:r>
              <a:rPr lang="en-US" sz="2000" b="1" dirty="0"/>
              <a:t>balanced</a:t>
            </a:r>
            <a:r>
              <a:rPr lang="en-US" sz="2000" dirty="0"/>
              <a:t> meals.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15DD62D-C972-12E4-ABB2-443C0EB625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7737" y="457178"/>
            <a:ext cx="7208456" cy="6083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7575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7E140-25CB-9F53-E6D1-5732A91AE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0994"/>
            <a:ext cx="3687491" cy="20568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Key Findings: Interactions Matter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FA3811-2868-42DD-BEBD-0347F8DFC3CF}"/>
              </a:ext>
            </a:extLst>
          </p:cNvPr>
          <p:cNvSpPr txBox="1"/>
          <p:nvPr/>
        </p:nvSpPr>
        <p:spPr>
          <a:xfrm>
            <a:off x="5341546" y="751555"/>
            <a:ext cx="5946040" cy="210633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Complex carb </a:t>
            </a:r>
            <a:r>
              <a:rPr lang="en-US" sz="2000" dirty="0"/>
              <a:t>is more popular than sugars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People prefer recipes that </a:t>
            </a:r>
            <a:r>
              <a:rPr lang="en-US" sz="2000" b="1" dirty="0"/>
              <a:t>combine both carb</a:t>
            </a:r>
            <a:r>
              <a:rPr lang="en-US" sz="2000" dirty="0"/>
              <a:t> and </a:t>
            </a:r>
            <a:r>
              <a:rPr lang="en-US" sz="2000" b="1" dirty="0"/>
              <a:t>protein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Protein</a:t>
            </a:r>
            <a:r>
              <a:rPr lang="en-US" sz="2000" dirty="0"/>
              <a:t> is Pivotal: 67% of selected features involve protein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latin typeface="Calibri" panose="020F0502020204030204" pitchFamily="34" charset="0"/>
              </a:rPr>
              <a:t>Interaction features are highly predictive.</a:t>
            </a:r>
            <a:endParaRPr lang="en-US" sz="2000" dirty="0"/>
          </a:p>
        </p:txBody>
      </p:sp>
      <p:pic>
        <p:nvPicPr>
          <p:cNvPr id="6" name="Picture 5" descr="A close-up of a graph&#10;&#10;AI-generated content may be incorrect.">
            <a:extLst>
              <a:ext uri="{FF2B5EF4-FFF2-40B4-BE49-F238E27FC236}">
                <a16:creationId xmlns:a16="http://schemas.microsoft.com/office/drawing/2014/main" id="{35E57E60-3712-2534-89D2-056ED0DCF2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914" y="3013702"/>
            <a:ext cx="10520763" cy="3445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60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C612C-9A73-9551-F027-EF5B5737E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Our Business Metric: </a:t>
            </a:r>
            <a:r>
              <a:rPr lang="en-US" sz="5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Recall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4536E3BA-192C-3D7F-3DEC-336347A48A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67279879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4646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7B5912-3587-9AD0-347C-87B98B66F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8B6F8CB-80DA-93FE-0A73-271C92940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828444"/>
          </a:xfrm>
        </p:spPr>
        <p:txBody>
          <a:bodyPr>
            <a:normAutofit/>
          </a:bodyPr>
          <a:lstStyle/>
          <a:p>
            <a:r>
              <a:rPr lang="en-US" sz="5200" dirty="0"/>
              <a:t>Model Performance: Meeting the KPI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BECF968-879D-C5C0-C876-E875DEBE09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6401" y="1547400"/>
            <a:ext cx="4993186" cy="37304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1. Logistic Regression:</a:t>
            </a:r>
          </a:p>
          <a:p>
            <a:pPr marL="800100" lvl="1" indent="-342900"/>
            <a:r>
              <a:rPr lang="en-US" sz="1600" b="1" dirty="0"/>
              <a:t>Recall: 91% </a:t>
            </a:r>
            <a:r>
              <a:rPr lang="en-US" sz="1600" dirty="0"/>
              <a:t>| Precision: 75% | F1: 82%</a:t>
            </a:r>
          </a:p>
          <a:p>
            <a:endParaRPr lang="en-US" sz="200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9EB9AF0-9A80-141C-643A-CE8C516387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2935" y="1547400"/>
            <a:ext cx="5164645" cy="37304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2. </a:t>
            </a:r>
            <a:r>
              <a:rPr lang="en-US" sz="2000" dirty="0" err="1"/>
              <a:t>XGBoost</a:t>
            </a:r>
            <a:r>
              <a:rPr lang="en-US" sz="2000" dirty="0"/>
              <a:t>:</a:t>
            </a:r>
          </a:p>
          <a:p>
            <a:pPr marL="800100" lvl="1" indent="-342900"/>
            <a:r>
              <a:rPr lang="en-US" sz="1600" b="1" dirty="0"/>
              <a:t>Recall: 96% </a:t>
            </a:r>
            <a:r>
              <a:rPr lang="en-US" sz="1600" dirty="0"/>
              <a:t>| Precision: 68% | F1: 80%</a:t>
            </a:r>
          </a:p>
          <a:p>
            <a:endParaRPr lang="en-US" sz="200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1E7E204-59B9-4822-657B-295ACCDA2893}"/>
              </a:ext>
            </a:extLst>
          </p:cNvPr>
          <p:cNvCxnSpPr>
            <a:cxnSpLocks/>
          </p:cNvCxnSpPr>
          <p:nvPr/>
        </p:nvCxnSpPr>
        <p:spPr>
          <a:xfrm>
            <a:off x="5530850" y="1471396"/>
            <a:ext cx="0" cy="42880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DFB6F81-1F5D-A6D4-BC1E-B38B79DEEC97}"/>
              </a:ext>
            </a:extLst>
          </p:cNvPr>
          <p:cNvSpPr txBox="1"/>
          <p:nvPr/>
        </p:nvSpPr>
        <p:spPr>
          <a:xfrm>
            <a:off x="2359025" y="5970565"/>
            <a:ext cx="7242173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b="1" dirty="0"/>
              <a:t>Both exceed </a:t>
            </a:r>
            <a:r>
              <a:rPr lang="en-US" dirty="0"/>
              <a:t>the 80% Recall target , but they offer different </a:t>
            </a:r>
            <a:r>
              <a:rPr lang="en-US" b="1" dirty="0"/>
              <a:t>trade-offs</a:t>
            </a:r>
            <a:r>
              <a:rPr lang="en-US" dirty="0"/>
              <a:t> between </a:t>
            </a:r>
            <a:r>
              <a:rPr lang="en-US" b="1" dirty="0"/>
              <a:t>catching all </a:t>
            </a:r>
            <a:r>
              <a:rPr lang="en-US" dirty="0"/>
              <a:t>popular recipes and </a:t>
            </a:r>
            <a:r>
              <a:rPr lang="en-US" b="1" dirty="0"/>
              <a:t>avoiding mistakes</a:t>
            </a:r>
            <a:r>
              <a:rPr lang="en-US" dirty="0"/>
              <a:t>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5B6DF77-4C5B-2556-555C-0A6E0A1BE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51" y="2261471"/>
            <a:ext cx="4319243" cy="349797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6640ED4-86D2-9C27-698A-FA2A05814C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6715" y="2265932"/>
            <a:ext cx="4590131" cy="370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075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C603B-D0A9-186F-E09A-DAB6821BB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3F287-7C42-AC38-849C-BBA734557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 for the Business</a:t>
            </a: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C8906901-2A83-278B-D440-3B105CD6EE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5150751"/>
              </p:ext>
            </p:extLst>
          </p:nvPr>
        </p:nvGraphicFramePr>
        <p:xfrm>
          <a:off x="431800" y="1822450"/>
          <a:ext cx="11226800" cy="4197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79246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D876F-C0A6-ECF5-67E8-78D14864F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Monitoring &amp; Next Steps</a:t>
            </a: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3DC6AED3-A550-9DD3-3044-F5299E857F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2289605"/>
              </p:ext>
            </p:extLst>
          </p:nvPr>
        </p:nvGraphicFramePr>
        <p:xfrm>
          <a:off x="418193" y="1846942"/>
          <a:ext cx="11105226" cy="42630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79595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571</TotalTime>
  <Words>546</Words>
  <Application>Microsoft Office PowerPoint</Application>
  <PresentationFormat>Widescreen</PresentationFormat>
  <Paragraphs>63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Predicting Recipe Popularity for Increased Traffic</vt:lpstr>
      <vt:lpstr>Project Overview  &amp;     Business Goal</vt:lpstr>
      <vt:lpstr>How We Tackled the Problem</vt:lpstr>
      <vt:lpstr>Key Findings: Category is the Strongest Predictor</vt:lpstr>
      <vt:lpstr>Key Findings: Nutritional Drivers</vt:lpstr>
      <vt:lpstr>Key Findings: Interactions Matter</vt:lpstr>
      <vt:lpstr>Our Business Metric: Recall</vt:lpstr>
      <vt:lpstr>Model Performance: Meeting the KPI</vt:lpstr>
      <vt:lpstr>Recommendations for the Business</vt:lpstr>
      <vt:lpstr>Monitoring &amp;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مايكل متى عبد ربه نظير ابراهيم</dc:creator>
  <cp:lastModifiedBy>مايكل متى عبد ربه نظير ابراهيم</cp:lastModifiedBy>
  <cp:revision>10</cp:revision>
  <dcterms:created xsi:type="dcterms:W3CDTF">2025-09-16T09:46:27Z</dcterms:created>
  <dcterms:modified xsi:type="dcterms:W3CDTF">2025-09-16T19:44:50Z</dcterms:modified>
</cp:coreProperties>
</file>